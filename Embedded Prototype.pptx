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71" r:id="rId5"/>
    <p:sldId id="300" r:id="rId6"/>
    <p:sldId id="288" r:id="rId7"/>
    <p:sldId id="310" r:id="rId8"/>
    <p:sldId id="306" r:id="rId9"/>
    <p:sldId id="312" r:id="rId10"/>
    <p:sldId id="319" r:id="rId11"/>
    <p:sldId id="313" r:id="rId12"/>
    <p:sldId id="314" r:id="rId13"/>
    <p:sldId id="315" r:id="rId14"/>
    <p:sldId id="316" r:id="rId15"/>
    <p:sldId id="317" r:id="rId16"/>
    <p:sldId id="318" r:id="rId17"/>
    <p:sldId id="307" r:id="rId18"/>
    <p:sldId id="301" r:id="rId19"/>
    <p:sldId id="30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BAAC49-E4FC-430C-A20F-385F65DA5804}" v="1472" dt="2026-03-01T03:58:03.783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sari Sai" userId="3c5dbcc985eed318" providerId="LiveId" clId="{82C58417-64F3-40DD-A98E-02722A605BEF}"/>
    <pc:docChg chg="undo custSel addSld delSld modSld sldOrd">
      <pc:chgData name="Dasari Sai" userId="3c5dbcc985eed318" providerId="LiveId" clId="{82C58417-64F3-40DD-A98E-02722A605BEF}" dt="2026-03-01T04:33:24.590" v="2482" actId="1076"/>
      <pc:docMkLst>
        <pc:docMk/>
      </pc:docMkLst>
      <pc:sldChg chg="del">
        <pc:chgData name="Dasari Sai" userId="3c5dbcc985eed318" providerId="LiveId" clId="{82C58417-64F3-40DD-A98E-02722A605BEF}" dt="2026-02-28T08:56:02.772" v="931" actId="47"/>
        <pc:sldMkLst>
          <pc:docMk/>
          <pc:sldMk cId="4069052342" sldId="258"/>
        </pc:sldMkLst>
      </pc:sldChg>
      <pc:sldChg chg="modSp mod">
        <pc:chgData name="Dasari Sai" userId="3c5dbcc985eed318" providerId="LiveId" clId="{82C58417-64F3-40DD-A98E-02722A605BEF}" dt="2026-02-28T04:13:44.542" v="153" actId="114"/>
        <pc:sldMkLst>
          <pc:docMk/>
          <pc:sldMk cId="0" sldId="271"/>
        </pc:sldMkLst>
        <pc:spChg chg="mod">
          <ac:chgData name="Dasari Sai" userId="3c5dbcc985eed318" providerId="LiveId" clId="{82C58417-64F3-40DD-A98E-02722A605BEF}" dt="2026-02-28T04:06:08.550" v="13" actId="20577"/>
          <ac:spMkLst>
            <pc:docMk/>
            <pc:sldMk cId="0" sldId="271"/>
            <ac:spMk id="3" creationId="{5766D5FB-9BED-210C-3542-08406D8BAD6D}"/>
          </ac:spMkLst>
        </pc:spChg>
        <pc:spChg chg="mod">
          <ac:chgData name="Dasari Sai" userId="3c5dbcc985eed318" providerId="LiveId" clId="{82C58417-64F3-40DD-A98E-02722A605BEF}" dt="2026-02-28T04:10:50.989" v="98" actId="20577"/>
          <ac:spMkLst>
            <pc:docMk/>
            <pc:sldMk cId="0" sldId="271"/>
            <ac:spMk id="8" creationId="{7153E61F-4441-DBE3-3DFF-6E9EF6C48D23}"/>
          </ac:spMkLst>
        </pc:spChg>
        <pc:spChg chg="mod">
          <ac:chgData name="Dasari Sai" userId="3c5dbcc985eed318" providerId="LiveId" clId="{82C58417-64F3-40DD-A98E-02722A605BEF}" dt="2026-02-28T04:13:44.542" v="153" actId="114"/>
          <ac:spMkLst>
            <pc:docMk/>
            <pc:sldMk cId="0" sldId="271"/>
            <ac:spMk id="476" creationId="{00000000-0000-0000-0000-000000000000}"/>
          </ac:spMkLst>
        </pc:spChg>
      </pc:sldChg>
      <pc:sldChg chg="del">
        <pc:chgData name="Dasari Sai" userId="3c5dbcc985eed318" providerId="LiveId" clId="{82C58417-64F3-40DD-A98E-02722A605BEF}" dt="2026-02-28T08:55:49.169" v="930" actId="47"/>
        <pc:sldMkLst>
          <pc:docMk/>
          <pc:sldMk cId="4254978408" sldId="287"/>
        </pc:sldMkLst>
      </pc:sldChg>
      <pc:sldChg chg="addSp delSp modSp add del mod ord modAnim">
        <pc:chgData name="Dasari Sai" userId="3c5dbcc985eed318" providerId="LiveId" clId="{82C58417-64F3-40DD-A98E-02722A605BEF}" dt="2026-02-28T09:07:12.543" v="1012" actId="20577"/>
        <pc:sldMkLst>
          <pc:docMk/>
          <pc:sldMk cId="680355262" sldId="288"/>
        </pc:sldMkLst>
        <pc:spChg chg="add mod">
          <ac:chgData name="Dasari Sai" userId="3c5dbcc985eed318" providerId="LiveId" clId="{82C58417-64F3-40DD-A98E-02722A605BEF}" dt="2026-02-28T09:02:43.063" v="983" actId="20577"/>
          <ac:spMkLst>
            <pc:docMk/>
            <pc:sldMk cId="680355262" sldId="288"/>
            <ac:spMk id="2" creationId="{5291D837-F202-29B5-4AD9-CF2A9D293466}"/>
          </ac:spMkLst>
        </pc:spChg>
        <pc:spChg chg="add mod">
          <ac:chgData name="Dasari Sai" userId="3c5dbcc985eed318" providerId="LiveId" clId="{82C58417-64F3-40DD-A98E-02722A605BEF}" dt="2026-02-28T09:07:12.543" v="1012" actId="20577"/>
          <ac:spMkLst>
            <pc:docMk/>
            <pc:sldMk cId="680355262" sldId="288"/>
            <ac:spMk id="3" creationId="{10D1CCF7-47B6-3E90-5404-CE5E73029B19}"/>
          </ac:spMkLst>
        </pc:spChg>
        <pc:spChg chg="add mod">
          <ac:chgData name="Dasari Sai" userId="3c5dbcc985eed318" providerId="LiveId" clId="{82C58417-64F3-40DD-A98E-02722A605BEF}" dt="2026-02-28T09:01:54.513" v="958"/>
          <ac:spMkLst>
            <pc:docMk/>
            <pc:sldMk cId="680355262" sldId="288"/>
            <ac:spMk id="5" creationId="{CC976588-6714-81C9-B732-57CC083C7FA9}"/>
          </ac:spMkLst>
        </pc:spChg>
        <pc:spChg chg="del mod">
          <ac:chgData name="Dasari Sai" userId="3c5dbcc985eed318" providerId="LiveId" clId="{82C58417-64F3-40DD-A98E-02722A605BEF}" dt="2026-02-28T08:58:28.474" v="951" actId="478"/>
          <ac:spMkLst>
            <pc:docMk/>
            <pc:sldMk cId="680355262" sldId="288"/>
            <ac:spMk id="26" creationId="{00000000-0000-0000-0000-000000000000}"/>
          </ac:spMkLst>
        </pc:spChg>
      </pc:sldChg>
      <pc:sldChg chg="addSp delSp modSp mod">
        <pc:chgData name="Dasari Sai" userId="3c5dbcc985eed318" providerId="LiveId" clId="{82C58417-64F3-40DD-A98E-02722A605BEF}" dt="2026-02-28T04:37:41.056" v="309" actId="1076"/>
        <pc:sldMkLst>
          <pc:docMk/>
          <pc:sldMk cId="1388607984" sldId="300"/>
        </pc:sldMkLst>
        <pc:spChg chg="add del mod">
          <ac:chgData name="Dasari Sai" userId="3c5dbcc985eed318" providerId="LiveId" clId="{82C58417-64F3-40DD-A98E-02722A605BEF}" dt="2026-02-28T04:31:00.271" v="227" actId="478"/>
          <ac:spMkLst>
            <pc:docMk/>
            <pc:sldMk cId="1388607984" sldId="300"/>
            <ac:spMk id="2" creationId="{AD362DDE-C403-188B-DB4C-20421CA34FA5}"/>
          </ac:spMkLst>
        </pc:spChg>
        <pc:spChg chg="add">
          <ac:chgData name="Dasari Sai" userId="3c5dbcc985eed318" providerId="LiveId" clId="{82C58417-64F3-40DD-A98E-02722A605BEF}" dt="2026-02-28T04:31:43.072" v="237"/>
          <ac:spMkLst>
            <pc:docMk/>
            <pc:sldMk cId="1388607984" sldId="300"/>
            <ac:spMk id="3" creationId="{F8443396-B006-2F4B-F7C8-A66B0B9EE07F}"/>
          </ac:spMkLst>
        </pc:spChg>
        <pc:spChg chg="mod">
          <ac:chgData name="Dasari Sai" userId="3c5dbcc985eed318" providerId="LiveId" clId="{82C58417-64F3-40DD-A98E-02722A605BEF}" dt="2026-02-28T04:33:57.352" v="257" actId="1076"/>
          <ac:spMkLst>
            <pc:docMk/>
            <pc:sldMk cId="1388607984" sldId="300"/>
            <ac:spMk id="4" creationId="{D530E72E-233E-E443-1A84-D3CD02ECB889}"/>
          </ac:spMkLst>
        </pc:spChg>
        <pc:spChg chg="mod">
          <ac:chgData name="Dasari Sai" userId="3c5dbcc985eed318" providerId="LiveId" clId="{82C58417-64F3-40DD-A98E-02722A605BEF}" dt="2026-02-28T04:36:10.685" v="301" actId="14100"/>
          <ac:spMkLst>
            <pc:docMk/>
            <pc:sldMk cId="1388607984" sldId="300"/>
            <ac:spMk id="5" creationId="{D7C61438-200D-827A-D4DD-5B5127AFA187}"/>
          </ac:spMkLst>
        </pc:spChg>
        <pc:spChg chg="add">
          <ac:chgData name="Dasari Sai" userId="3c5dbcc985eed318" providerId="LiveId" clId="{82C58417-64F3-40DD-A98E-02722A605BEF}" dt="2026-02-28T04:31:47.401" v="238"/>
          <ac:spMkLst>
            <pc:docMk/>
            <pc:sldMk cId="1388607984" sldId="300"/>
            <ac:spMk id="6" creationId="{BD376B98-6EBD-7202-BB4B-997F2E8D29AE}"/>
          </ac:spMkLst>
        </pc:spChg>
        <pc:spChg chg="add">
          <ac:chgData name="Dasari Sai" userId="3c5dbcc985eed318" providerId="LiveId" clId="{82C58417-64F3-40DD-A98E-02722A605BEF}" dt="2026-02-28T04:32:02.414" v="239"/>
          <ac:spMkLst>
            <pc:docMk/>
            <pc:sldMk cId="1388607984" sldId="300"/>
            <ac:spMk id="7" creationId="{C19B0B67-4C79-82D3-ACAB-D9523EBDE9E0}"/>
          </ac:spMkLst>
        </pc:spChg>
        <pc:spChg chg="add mod">
          <ac:chgData name="Dasari Sai" userId="3c5dbcc985eed318" providerId="LiveId" clId="{82C58417-64F3-40DD-A98E-02722A605BEF}" dt="2026-02-28T04:37:24.695" v="308" actId="14100"/>
          <ac:spMkLst>
            <pc:docMk/>
            <pc:sldMk cId="1388607984" sldId="300"/>
            <ac:spMk id="8" creationId="{2B699ED9-B286-F6D5-0DC9-2D31CD96F6BA}"/>
          </ac:spMkLst>
        </pc:spChg>
        <pc:picChg chg="mod">
          <ac:chgData name="Dasari Sai" userId="3c5dbcc985eed318" providerId="LiveId" clId="{82C58417-64F3-40DD-A98E-02722A605BEF}" dt="2026-02-28T04:37:41.056" v="309" actId="1076"/>
          <ac:picMkLst>
            <pc:docMk/>
            <pc:sldMk cId="1388607984" sldId="300"/>
            <ac:picMk id="27" creationId="{1E9F25CA-EF99-00B6-5FFA-810D1F1806C7}"/>
          </ac:picMkLst>
        </pc:picChg>
      </pc:sldChg>
      <pc:sldChg chg="modSp mod modAnim">
        <pc:chgData name="Dasari Sai" userId="3c5dbcc985eed318" providerId="LiveId" clId="{82C58417-64F3-40DD-A98E-02722A605BEF}" dt="2026-02-28T09:28:56.780" v="1688" actId="20577"/>
        <pc:sldMkLst>
          <pc:docMk/>
          <pc:sldMk cId="4192766172" sldId="301"/>
        </pc:sldMkLst>
        <pc:spChg chg="mod">
          <ac:chgData name="Dasari Sai" userId="3c5dbcc985eed318" providerId="LiveId" clId="{82C58417-64F3-40DD-A98E-02722A605BEF}" dt="2026-02-28T09:28:47.322" v="1682" actId="20577"/>
          <ac:spMkLst>
            <pc:docMk/>
            <pc:sldMk cId="4192766172" sldId="301"/>
            <ac:spMk id="14" creationId="{7E00138C-2256-5D01-E821-A57ADA3BBCB0}"/>
          </ac:spMkLst>
        </pc:spChg>
      </pc:sldChg>
      <pc:sldChg chg="addSp delSp modSp mod">
        <pc:chgData name="Dasari Sai" userId="3c5dbcc985eed318" providerId="LiveId" clId="{82C58417-64F3-40DD-A98E-02722A605BEF}" dt="2026-02-28T09:43:06.165" v="1849" actId="255"/>
        <pc:sldMkLst>
          <pc:docMk/>
          <pc:sldMk cId="2602073769" sldId="303"/>
        </pc:sldMkLst>
        <pc:spChg chg="add del mod">
          <ac:chgData name="Dasari Sai" userId="3c5dbcc985eed318" providerId="LiveId" clId="{82C58417-64F3-40DD-A98E-02722A605BEF}" dt="2026-02-28T09:42:07.202" v="1838"/>
          <ac:spMkLst>
            <pc:docMk/>
            <pc:sldMk cId="2602073769" sldId="303"/>
            <ac:spMk id="2" creationId="{FB062326-BA8A-5147-A73F-41C0488D70F8}"/>
          </ac:spMkLst>
        </pc:spChg>
        <pc:spChg chg="add mod">
          <ac:chgData name="Dasari Sai" userId="3c5dbcc985eed318" providerId="LiveId" clId="{82C58417-64F3-40DD-A98E-02722A605BEF}" dt="2026-02-28T09:41:42.117" v="1833"/>
          <ac:spMkLst>
            <pc:docMk/>
            <pc:sldMk cId="2602073769" sldId="303"/>
            <ac:spMk id="3" creationId="{C3CB7827-F8BD-9C82-9BAB-CCCCF49BDD24}"/>
          </ac:spMkLst>
        </pc:spChg>
        <pc:spChg chg="mod">
          <ac:chgData name="Dasari Sai" userId="3c5dbcc985eed318" providerId="LiveId" clId="{82C58417-64F3-40DD-A98E-02722A605BEF}" dt="2026-02-28T09:43:06.165" v="1849" actId="255"/>
          <ac:spMkLst>
            <pc:docMk/>
            <pc:sldMk cId="2602073769" sldId="303"/>
            <ac:spMk id="9" creationId="{00000000-0000-0000-0000-000000000000}"/>
          </ac:spMkLst>
        </pc:spChg>
      </pc:sldChg>
      <pc:sldChg chg="addSp delSp modSp mod delAnim modAnim">
        <pc:chgData name="Dasari Sai" userId="3c5dbcc985eed318" providerId="LiveId" clId="{82C58417-64F3-40DD-A98E-02722A605BEF}" dt="2026-03-01T03:51:01.768" v="2439" actId="13822"/>
        <pc:sldMkLst>
          <pc:docMk/>
          <pc:sldMk cId="189169549" sldId="306"/>
        </pc:sldMkLst>
        <pc:spChg chg="add mod">
          <ac:chgData name="Dasari Sai" userId="3c5dbcc985eed318" providerId="LiveId" clId="{82C58417-64F3-40DD-A98E-02722A605BEF}" dt="2026-03-01T03:43:37.806" v="2360" actId="1076"/>
          <ac:spMkLst>
            <pc:docMk/>
            <pc:sldMk cId="189169549" sldId="306"/>
            <ac:spMk id="2" creationId="{57079743-E1ED-E9AA-EADC-33F184204DF7}"/>
          </ac:spMkLst>
        </pc:spChg>
        <pc:spChg chg="add del">
          <ac:chgData name="Dasari Sai" userId="3c5dbcc985eed318" providerId="LiveId" clId="{82C58417-64F3-40DD-A98E-02722A605BEF}" dt="2026-02-28T05:03:51.604" v="449" actId="478"/>
          <ac:spMkLst>
            <pc:docMk/>
            <pc:sldMk cId="189169549" sldId="306"/>
            <ac:spMk id="2" creationId="{620F412E-407F-40DF-7712-34F41AF3348D}"/>
          </ac:spMkLst>
        </pc:spChg>
        <pc:spChg chg="add del mod">
          <ac:chgData name="Dasari Sai" userId="3c5dbcc985eed318" providerId="LiveId" clId="{82C58417-64F3-40DD-A98E-02722A605BEF}" dt="2026-02-28T09:36:54.497" v="1802" actId="478"/>
          <ac:spMkLst>
            <pc:docMk/>
            <pc:sldMk cId="189169549" sldId="306"/>
            <ac:spMk id="2" creationId="{C0AE252C-D8AD-0BE2-BAAA-3B4E4B7D01E4}"/>
          </ac:spMkLst>
        </pc:spChg>
        <pc:spChg chg="add del mod">
          <ac:chgData name="Dasari Sai" userId="3c5dbcc985eed318" providerId="LiveId" clId="{82C58417-64F3-40DD-A98E-02722A605BEF}" dt="2026-02-28T05:04:23.632" v="467" actId="478"/>
          <ac:spMkLst>
            <pc:docMk/>
            <pc:sldMk cId="189169549" sldId="306"/>
            <ac:spMk id="3" creationId="{02C71CF7-F264-D0EA-D0CC-3BA3DDF8FAA1}"/>
          </ac:spMkLst>
        </pc:spChg>
        <pc:spChg chg="add mod">
          <ac:chgData name="Dasari Sai" userId="3c5dbcc985eed318" providerId="LiveId" clId="{82C58417-64F3-40DD-A98E-02722A605BEF}" dt="2026-03-01T03:41:02.993" v="2347" actId="20577"/>
          <ac:spMkLst>
            <pc:docMk/>
            <pc:sldMk cId="189169549" sldId="306"/>
            <ac:spMk id="3" creationId="{63D37F3F-37C1-A97D-A3F3-6020EFAFA139}"/>
          </ac:spMkLst>
        </pc:spChg>
        <pc:spChg chg="add mod">
          <ac:chgData name="Dasari Sai" userId="3c5dbcc985eed318" providerId="LiveId" clId="{82C58417-64F3-40DD-A98E-02722A605BEF}" dt="2026-03-01T03:45:46.596" v="2395" actId="20577"/>
          <ac:spMkLst>
            <pc:docMk/>
            <pc:sldMk cId="189169549" sldId="306"/>
            <ac:spMk id="4" creationId="{7C8AF0CD-B61D-0D89-6960-C0D9F193C3E5}"/>
          </ac:spMkLst>
        </pc:spChg>
        <pc:spChg chg="add mod">
          <ac:chgData name="Dasari Sai" userId="3c5dbcc985eed318" providerId="LiveId" clId="{82C58417-64F3-40DD-A98E-02722A605BEF}" dt="2026-03-01T03:40:15.423" v="2280" actId="113"/>
          <ac:spMkLst>
            <pc:docMk/>
            <pc:sldMk cId="189169549" sldId="306"/>
            <ac:spMk id="5" creationId="{B590173B-C670-4F04-635B-4C259E972F2E}"/>
          </ac:spMkLst>
        </pc:spChg>
        <pc:spChg chg="mod">
          <ac:chgData name="Dasari Sai" userId="3c5dbcc985eed318" providerId="LiveId" clId="{82C58417-64F3-40DD-A98E-02722A605BEF}" dt="2026-03-01T03:29:05.766" v="2186" actId="20577"/>
          <ac:spMkLst>
            <pc:docMk/>
            <pc:sldMk cId="189169549" sldId="306"/>
            <ac:spMk id="7" creationId="{7F3AABB0-F8BA-C900-B6BF-45F4B58E9490}"/>
          </ac:spMkLst>
        </pc:spChg>
        <pc:spChg chg="del">
          <ac:chgData name="Dasari Sai" userId="3c5dbcc985eed318" providerId="LiveId" clId="{82C58417-64F3-40DD-A98E-02722A605BEF}" dt="2026-02-28T08:29:56.542" v="485" actId="478"/>
          <ac:spMkLst>
            <pc:docMk/>
            <pc:sldMk cId="189169549" sldId="306"/>
            <ac:spMk id="9" creationId="{2B5EAD4E-C007-9DE7-A40A-12802D3C9611}"/>
          </ac:spMkLst>
        </pc:spChg>
        <pc:spChg chg="add del mod">
          <ac:chgData name="Dasari Sai" userId="3c5dbcc985eed318" providerId="LiveId" clId="{82C58417-64F3-40DD-A98E-02722A605BEF}" dt="2026-03-01T03:42:14.956" v="2351" actId="478"/>
          <ac:spMkLst>
            <pc:docMk/>
            <pc:sldMk cId="189169549" sldId="306"/>
            <ac:spMk id="76" creationId="{28C33690-CB48-0D78-E507-9E5F3A49A02B}"/>
          </ac:spMkLst>
        </pc:spChg>
        <pc:picChg chg="add del">
          <ac:chgData name="Dasari Sai" userId="3c5dbcc985eed318" providerId="LiveId" clId="{82C58417-64F3-40DD-A98E-02722A605BEF}" dt="2026-02-28T05:04:05.810" v="451" actId="478"/>
          <ac:picMkLst>
            <pc:docMk/>
            <pc:sldMk cId="189169549" sldId="306"/>
            <ac:picMk id="12" creationId="{00000000-0000-0000-0000-000000000000}"/>
          </ac:picMkLst>
        </pc:picChg>
        <pc:picChg chg="add mod">
          <ac:chgData name="Dasari Sai" userId="3c5dbcc985eed318" providerId="LiveId" clId="{82C58417-64F3-40DD-A98E-02722A605BEF}" dt="2026-03-01T03:41:28.629" v="2348"/>
          <ac:picMkLst>
            <pc:docMk/>
            <pc:sldMk cId="189169549" sldId="306"/>
            <ac:picMk id="75" creationId="{FB0EAA83-9E56-4729-381A-5126C0B33491}"/>
          </ac:picMkLst>
        </pc:picChg>
        <pc:picChg chg="add mod">
          <ac:chgData name="Dasari Sai" userId="3c5dbcc985eed318" providerId="LiveId" clId="{82C58417-64F3-40DD-A98E-02722A605BEF}" dt="2026-03-01T03:43:01.330" v="2355" actId="1076"/>
          <ac:picMkLst>
            <pc:docMk/>
            <pc:sldMk cId="189169549" sldId="306"/>
            <ac:picMk id="78" creationId="{D0E6A4E8-4DB0-2F48-4227-0686B757FF33}"/>
          </ac:picMkLst>
        </pc:picChg>
        <pc:picChg chg="add mod">
          <ac:chgData name="Dasari Sai" userId="3c5dbcc985eed318" providerId="LiveId" clId="{82C58417-64F3-40DD-A98E-02722A605BEF}" dt="2026-03-01T03:43:21.017" v="2357" actId="1076"/>
          <ac:picMkLst>
            <pc:docMk/>
            <pc:sldMk cId="189169549" sldId="306"/>
            <ac:picMk id="80" creationId="{46BAEA6C-F1E0-4720-46B0-418685A6B3BF}"/>
          </ac:picMkLst>
        </pc:picChg>
        <pc:picChg chg="add mod">
          <ac:chgData name="Dasari Sai" userId="3c5dbcc985eed318" providerId="LiveId" clId="{82C58417-64F3-40DD-A98E-02722A605BEF}" dt="2026-03-01T03:43:37.071" v="2359" actId="1076"/>
          <ac:picMkLst>
            <pc:docMk/>
            <pc:sldMk cId="189169549" sldId="306"/>
            <ac:picMk id="82" creationId="{F39C1906-B044-6438-2124-BE734BE0183C}"/>
          </ac:picMkLst>
        </pc:picChg>
        <pc:picChg chg="add mod">
          <ac:chgData name="Dasari Sai" userId="3c5dbcc985eed318" providerId="LiveId" clId="{82C58417-64F3-40DD-A98E-02722A605BEF}" dt="2026-03-01T03:43:59.582" v="2362" actId="1076"/>
          <ac:picMkLst>
            <pc:docMk/>
            <pc:sldMk cId="189169549" sldId="306"/>
            <ac:picMk id="84" creationId="{98538F07-05A9-ECAC-BEB7-94937EB44DDC}"/>
          </ac:picMkLst>
        </pc:picChg>
        <pc:picChg chg="add mod">
          <ac:chgData name="Dasari Sai" userId="3c5dbcc985eed318" providerId="LiveId" clId="{82C58417-64F3-40DD-A98E-02722A605BEF}" dt="2026-03-01T03:44:17.582" v="2364" actId="1076"/>
          <ac:picMkLst>
            <pc:docMk/>
            <pc:sldMk cId="189169549" sldId="306"/>
            <ac:picMk id="86" creationId="{B0F1E60C-5F57-9CF0-A61B-6120D0670CD2}"/>
          </ac:picMkLst>
        </pc:picChg>
        <pc:picChg chg="add mod">
          <ac:chgData name="Dasari Sai" userId="3c5dbcc985eed318" providerId="LiveId" clId="{82C58417-64F3-40DD-A98E-02722A605BEF}" dt="2026-03-01T03:44:32.651" v="2367" actId="1076"/>
          <ac:picMkLst>
            <pc:docMk/>
            <pc:sldMk cId="189169549" sldId="306"/>
            <ac:picMk id="87" creationId="{3241C428-F1F4-D4AB-BDFB-158EAFDDF83B}"/>
          </ac:picMkLst>
        </pc:picChg>
        <pc:picChg chg="add mod">
          <ac:chgData name="Dasari Sai" userId="3c5dbcc985eed318" providerId="LiveId" clId="{82C58417-64F3-40DD-A98E-02722A605BEF}" dt="2026-03-01T03:44:43.561" v="2369" actId="1076"/>
          <ac:picMkLst>
            <pc:docMk/>
            <pc:sldMk cId="189169549" sldId="306"/>
            <ac:picMk id="88" creationId="{CD9F7D56-B20C-6D04-ACD3-8E851D1E0002}"/>
          </ac:picMkLst>
        </pc:picChg>
        <pc:picChg chg="add mod">
          <ac:chgData name="Dasari Sai" userId="3c5dbcc985eed318" providerId="LiveId" clId="{82C58417-64F3-40DD-A98E-02722A605BEF}" dt="2026-03-01T03:44:58.361" v="2372" actId="1076"/>
          <ac:picMkLst>
            <pc:docMk/>
            <pc:sldMk cId="189169549" sldId="306"/>
            <ac:picMk id="89" creationId="{F12BA802-452F-0A6A-62A5-BB49C39280DE}"/>
          </ac:picMkLst>
        </pc:picChg>
        <pc:picChg chg="add mod">
          <ac:chgData name="Dasari Sai" userId="3c5dbcc985eed318" providerId="LiveId" clId="{82C58417-64F3-40DD-A98E-02722A605BEF}" dt="2026-03-01T03:45:12.703" v="2374" actId="1076"/>
          <ac:picMkLst>
            <pc:docMk/>
            <pc:sldMk cId="189169549" sldId="306"/>
            <ac:picMk id="90" creationId="{48DBFB4A-32EC-00F4-E05D-13E320DBFD19}"/>
          </ac:picMkLst>
        </pc:picChg>
        <pc:picChg chg="add mod">
          <ac:chgData name="Dasari Sai" userId="3c5dbcc985eed318" providerId="LiveId" clId="{82C58417-64F3-40DD-A98E-02722A605BEF}" dt="2026-03-01T03:45:38.827" v="2376" actId="1076"/>
          <ac:picMkLst>
            <pc:docMk/>
            <pc:sldMk cId="189169549" sldId="306"/>
            <ac:picMk id="91" creationId="{B34BF872-E92A-0B75-E273-63953768F3AD}"/>
          </ac:picMkLst>
        </pc:picChg>
        <pc:picChg chg="add mod">
          <ac:chgData name="Dasari Sai" userId="3c5dbcc985eed318" providerId="LiveId" clId="{82C58417-64F3-40DD-A98E-02722A605BEF}" dt="2026-03-01T03:46:02.670" v="2400" actId="1076"/>
          <ac:picMkLst>
            <pc:docMk/>
            <pc:sldMk cId="189169549" sldId="306"/>
            <ac:picMk id="92" creationId="{06D02BD6-7E1C-F08C-962D-885331949178}"/>
          </ac:picMkLst>
        </pc:picChg>
        <pc:inkChg chg="add del">
          <ac:chgData name="Dasari Sai" userId="3c5dbcc985eed318" providerId="LiveId" clId="{82C58417-64F3-40DD-A98E-02722A605BEF}" dt="2026-03-01T03:31:58.428" v="2209" actId="9405"/>
          <ac:inkMkLst>
            <pc:docMk/>
            <pc:sldMk cId="189169549" sldId="306"/>
            <ac:inkMk id="6" creationId="{E9E07A1F-803F-46E5-7316-3D4DEC6A45D8}"/>
          </ac:inkMkLst>
        </pc:inkChg>
        <pc:inkChg chg="add">
          <ac:chgData name="Dasari Sai" userId="3c5dbcc985eed318" providerId="LiveId" clId="{82C58417-64F3-40DD-A98E-02722A605BEF}" dt="2026-03-01T03:31:55.209" v="2207"/>
          <ac:inkMkLst>
            <pc:docMk/>
            <pc:sldMk cId="189169549" sldId="306"/>
            <ac:inkMk id="8" creationId="{B6AAFFDC-F18D-22CB-B863-C8B2B36F6D2D}"/>
          </ac:inkMkLst>
        </pc:inkChg>
        <pc:cxnChg chg="add mod">
          <ac:chgData name="Dasari Sai" userId="3c5dbcc985eed318" providerId="LiveId" clId="{82C58417-64F3-40DD-A98E-02722A605BEF}" dt="2026-03-01T03:33:16.701" v="2212" actId="1076"/>
          <ac:cxnSpMkLst>
            <pc:docMk/>
            <pc:sldMk cId="189169549" sldId="306"/>
            <ac:cxnSpMk id="10" creationId="{6A31D679-DE94-BC78-AE54-97D1AF7B436C}"/>
          </ac:cxnSpMkLst>
        </pc:cxnChg>
        <pc:cxnChg chg="add mod">
          <ac:chgData name="Dasari Sai" userId="3c5dbcc985eed318" providerId="LiveId" clId="{82C58417-64F3-40DD-A98E-02722A605BEF}" dt="2026-03-01T03:33:33.738" v="2215" actId="13822"/>
          <ac:cxnSpMkLst>
            <pc:docMk/>
            <pc:sldMk cId="189169549" sldId="306"/>
            <ac:cxnSpMk id="14" creationId="{FA45AC08-17BD-BE6E-0C1D-BD1333DD76C0}"/>
          </ac:cxnSpMkLst>
        </pc:cxnChg>
        <pc:cxnChg chg="add mod">
          <ac:chgData name="Dasari Sai" userId="3c5dbcc985eed318" providerId="LiveId" clId="{82C58417-64F3-40DD-A98E-02722A605BEF}" dt="2026-03-01T03:34:14.584" v="2222" actId="1076"/>
          <ac:cxnSpMkLst>
            <pc:docMk/>
            <pc:sldMk cId="189169549" sldId="306"/>
            <ac:cxnSpMk id="16" creationId="{608581B6-5E1E-535E-FA42-A4A7411252A5}"/>
          </ac:cxnSpMkLst>
        </pc:cxnChg>
        <pc:cxnChg chg="add mod">
          <ac:chgData name="Dasari Sai" userId="3c5dbcc985eed318" providerId="LiveId" clId="{82C58417-64F3-40DD-A98E-02722A605BEF}" dt="2026-03-01T03:33:58.930" v="2219" actId="13822"/>
          <ac:cxnSpMkLst>
            <pc:docMk/>
            <pc:sldMk cId="189169549" sldId="306"/>
            <ac:cxnSpMk id="18" creationId="{B13239AB-7639-7DDA-29BF-1DD7ED0FA014}"/>
          </ac:cxnSpMkLst>
        </pc:cxnChg>
        <pc:cxnChg chg="add mod">
          <ac:chgData name="Dasari Sai" userId="3c5dbcc985eed318" providerId="LiveId" clId="{82C58417-64F3-40DD-A98E-02722A605BEF}" dt="2026-03-01T03:48:31.564" v="2413" actId="13822"/>
          <ac:cxnSpMkLst>
            <pc:docMk/>
            <pc:sldMk cId="189169549" sldId="306"/>
            <ac:cxnSpMk id="20" creationId="{B76C9876-51EB-290A-93B3-20ECB2A3CCB8}"/>
          </ac:cxnSpMkLst>
        </pc:cxnChg>
        <pc:cxnChg chg="add mod">
          <ac:chgData name="Dasari Sai" userId="3c5dbcc985eed318" providerId="LiveId" clId="{82C58417-64F3-40DD-A98E-02722A605BEF}" dt="2026-03-01T03:48:54.998" v="2415" actId="13822"/>
          <ac:cxnSpMkLst>
            <pc:docMk/>
            <pc:sldMk cId="189169549" sldId="306"/>
            <ac:cxnSpMk id="23" creationId="{75D8BAA0-5945-9900-F38E-C4DB6CB76320}"/>
          </ac:cxnSpMkLst>
        </pc:cxnChg>
        <pc:cxnChg chg="add mod">
          <ac:chgData name="Dasari Sai" userId="3c5dbcc985eed318" providerId="LiveId" clId="{82C58417-64F3-40DD-A98E-02722A605BEF}" dt="2026-03-01T03:51:01.768" v="2439" actId="13822"/>
          <ac:cxnSpMkLst>
            <pc:docMk/>
            <pc:sldMk cId="189169549" sldId="306"/>
            <ac:cxnSpMk id="26" creationId="{AF96E07D-1C85-94DA-840C-5EC159F4BF15}"/>
          </ac:cxnSpMkLst>
        </pc:cxnChg>
        <pc:cxnChg chg="add mod">
          <ac:chgData name="Dasari Sai" userId="3c5dbcc985eed318" providerId="LiveId" clId="{82C58417-64F3-40DD-A98E-02722A605BEF}" dt="2026-03-01T03:35:49.374" v="2229" actId="14100"/>
          <ac:cxnSpMkLst>
            <pc:docMk/>
            <pc:sldMk cId="189169549" sldId="306"/>
            <ac:cxnSpMk id="29" creationId="{E3481F21-C530-5C60-2AD5-DC936C71B3A2}"/>
          </ac:cxnSpMkLst>
        </pc:cxnChg>
        <pc:cxnChg chg="add">
          <ac:chgData name="Dasari Sai" userId="3c5dbcc985eed318" providerId="LiveId" clId="{82C58417-64F3-40DD-A98E-02722A605BEF}" dt="2026-03-01T03:35:58.490" v="2230" actId="11529"/>
          <ac:cxnSpMkLst>
            <pc:docMk/>
            <pc:sldMk cId="189169549" sldId="306"/>
            <ac:cxnSpMk id="33" creationId="{1A9C7EB9-2280-A47C-E394-13E17635AD16}"/>
          </ac:cxnSpMkLst>
        </pc:cxnChg>
        <pc:cxnChg chg="add mod">
          <ac:chgData name="Dasari Sai" userId="3c5dbcc985eed318" providerId="LiveId" clId="{82C58417-64F3-40DD-A98E-02722A605BEF}" dt="2026-03-01T03:50:21.002" v="2432" actId="13822"/>
          <ac:cxnSpMkLst>
            <pc:docMk/>
            <pc:sldMk cId="189169549" sldId="306"/>
            <ac:cxnSpMk id="35" creationId="{FEF8F304-5109-BA6A-8B77-4ADA80CD13ED}"/>
          </ac:cxnSpMkLst>
        </pc:cxnChg>
        <pc:cxnChg chg="add mod">
          <ac:chgData name="Dasari Sai" userId="3c5dbcc985eed318" providerId="LiveId" clId="{82C58417-64F3-40DD-A98E-02722A605BEF}" dt="2026-03-01T03:50:14.542" v="2431" actId="13822"/>
          <ac:cxnSpMkLst>
            <pc:docMk/>
            <pc:sldMk cId="189169549" sldId="306"/>
            <ac:cxnSpMk id="38" creationId="{90B59102-E397-60A1-6A38-5CE1135BD4E0}"/>
          </ac:cxnSpMkLst>
        </pc:cxnChg>
        <pc:cxnChg chg="add mod">
          <ac:chgData name="Dasari Sai" userId="3c5dbcc985eed318" providerId="LiveId" clId="{82C58417-64F3-40DD-A98E-02722A605BEF}" dt="2026-03-01T03:50:26.038" v="2433" actId="13822"/>
          <ac:cxnSpMkLst>
            <pc:docMk/>
            <pc:sldMk cId="189169549" sldId="306"/>
            <ac:cxnSpMk id="40" creationId="{81D7CF7D-13C8-C5E4-0BC6-41C1EDBD6C23}"/>
          </ac:cxnSpMkLst>
        </pc:cxnChg>
        <pc:cxnChg chg="add mod">
          <ac:chgData name="Dasari Sai" userId="3c5dbcc985eed318" providerId="LiveId" clId="{82C58417-64F3-40DD-A98E-02722A605BEF}" dt="2026-03-01T03:49:47.317" v="2426" actId="13822"/>
          <ac:cxnSpMkLst>
            <pc:docMk/>
            <pc:sldMk cId="189169549" sldId="306"/>
            <ac:cxnSpMk id="42" creationId="{3B846293-0A80-0F78-E76B-93AE4FCCD5B7}"/>
          </ac:cxnSpMkLst>
        </pc:cxnChg>
        <pc:cxnChg chg="add mod">
          <ac:chgData name="Dasari Sai" userId="3c5dbcc985eed318" providerId="LiveId" clId="{82C58417-64F3-40DD-A98E-02722A605BEF}" dt="2026-03-01T03:49:17.736" v="2419" actId="13822"/>
          <ac:cxnSpMkLst>
            <pc:docMk/>
            <pc:sldMk cId="189169549" sldId="306"/>
            <ac:cxnSpMk id="44" creationId="{484B21C5-AEC9-A833-F827-CF42D34C91A9}"/>
          </ac:cxnSpMkLst>
        </pc:cxnChg>
        <pc:cxnChg chg="add mod">
          <ac:chgData name="Dasari Sai" userId="3c5dbcc985eed318" providerId="LiveId" clId="{82C58417-64F3-40DD-A98E-02722A605BEF}" dt="2026-03-01T03:49:22.278" v="2420" actId="13822"/>
          <ac:cxnSpMkLst>
            <pc:docMk/>
            <pc:sldMk cId="189169549" sldId="306"/>
            <ac:cxnSpMk id="46" creationId="{4A0F085A-FDD1-09DF-0E31-BACB89B8B7AD}"/>
          </ac:cxnSpMkLst>
        </pc:cxnChg>
        <pc:cxnChg chg="add mod">
          <ac:chgData name="Dasari Sai" userId="3c5dbcc985eed318" providerId="LiveId" clId="{82C58417-64F3-40DD-A98E-02722A605BEF}" dt="2026-03-01T03:49:30.890" v="2422" actId="13822"/>
          <ac:cxnSpMkLst>
            <pc:docMk/>
            <pc:sldMk cId="189169549" sldId="306"/>
            <ac:cxnSpMk id="48" creationId="{40CB487D-C67E-7EE8-AD77-643106211648}"/>
          </ac:cxnSpMkLst>
        </pc:cxnChg>
        <pc:cxnChg chg="add mod">
          <ac:chgData name="Dasari Sai" userId="3c5dbcc985eed318" providerId="LiveId" clId="{82C58417-64F3-40DD-A98E-02722A605BEF}" dt="2026-03-01T03:49:36.911" v="2424" actId="13822"/>
          <ac:cxnSpMkLst>
            <pc:docMk/>
            <pc:sldMk cId="189169549" sldId="306"/>
            <ac:cxnSpMk id="50" creationId="{B05F5036-9622-91FF-2F61-7243B157D983}"/>
          </ac:cxnSpMkLst>
        </pc:cxnChg>
        <pc:cxnChg chg="add mod">
          <ac:chgData name="Dasari Sai" userId="3c5dbcc985eed318" providerId="LiveId" clId="{82C58417-64F3-40DD-A98E-02722A605BEF}" dt="2026-03-01T03:50:55.390" v="2438" actId="13822"/>
          <ac:cxnSpMkLst>
            <pc:docMk/>
            <pc:sldMk cId="189169549" sldId="306"/>
            <ac:cxnSpMk id="56" creationId="{F4743DE4-D48A-BF64-C436-91B0C66A6A44}"/>
          </ac:cxnSpMkLst>
        </pc:cxnChg>
        <pc:cxnChg chg="add mod">
          <ac:chgData name="Dasari Sai" userId="3c5dbcc985eed318" providerId="LiveId" clId="{82C58417-64F3-40DD-A98E-02722A605BEF}" dt="2026-03-01T03:50:45.921" v="2436" actId="13822"/>
          <ac:cxnSpMkLst>
            <pc:docMk/>
            <pc:sldMk cId="189169549" sldId="306"/>
            <ac:cxnSpMk id="60" creationId="{F4F92051-B76A-9334-394A-B9E5A19D53B1}"/>
          </ac:cxnSpMkLst>
        </pc:cxnChg>
        <pc:cxnChg chg="add mod">
          <ac:chgData name="Dasari Sai" userId="3c5dbcc985eed318" providerId="LiveId" clId="{82C58417-64F3-40DD-A98E-02722A605BEF}" dt="2026-03-01T03:50:50.090" v="2437" actId="13822"/>
          <ac:cxnSpMkLst>
            <pc:docMk/>
            <pc:sldMk cId="189169549" sldId="306"/>
            <ac:cxnSpMk id="62" creationId="{83201229-E0AA-AE02-0E85-1EADD84951B5}"/>
          </ac:cxnSpMkLst>
        </pc:cxnChg>
        <pc:cxnChg chg="add mod">
          <ac:chgData name="Dasari Sai" userId="3c5dbcc985eed318" providerId="LiveId" clId="{82C58417-64F3-40DD-A98E-02722A605BEF}" dt="2026-03-01T03:47:56.807" v="2409" actId="13822"/>
          <ac:cxnSpMkLst>
            <pc:docMk/>
            <pc:sldMk cId="189169549" sldId="306"/>
            <ac:cxnSpMk id="65" creationId="{F0FBFC60-DFE7-DD61-5B8D-1B2AC9104CA3}"/>
          </ac:cxnSpMkLst>
        </pc:cxnChg>
        <pc:cxnChg chg="add mod">
          <ac:chgData name="Dasari Sai" userId="3c5dbcc985eed318" providerId="LiveId" clId="{82C58417-64F3-40DD-A98E-02722A605BEF}" dt="2026-03-01T03:48:14.162" v="2411" actId="13822"/>
          <ac:cxnSpMkLst>
            <pc:docMk/>
            <pc:sldMk cId="189169549" sldId="306"/>
            <ac:cxnSpMk id="68" creationId="{F7DC391F-BC2E-6AD7-4C9D-367AB02772A3}"/>
          </ac:cxnSpMkLst>
        </pc:cxnChg>
        <pc:cxnChg chg="add mod">
          <ac:chgData name="Dasari Sai" userId="3c5dbcc985eed318" providerId="LiveId" clId="{82C58417-64F3-40DD-A98E-02722A605BEF}" dt="2026-03-01T03:50:32.398" v="2434" actId="13822"/>
          <ac:cxnSpMkLst>
            <pc:docMk/>
            <pc:sldMk cId="189169549" sldId="306"/>
            <ac:cxnSpMk id="71" creationId="{C15896FF-21FE-CC48-696D-F3DA25A57683}"/>
          </ac:cxnSpMkLst>
        </pc:cxnChg>
        <pc:cxnChg chg="add mod">
          <ac:chgData name="Dasari Sai" userId="3c5dbcc985eed318" providerId="LiveId" clId="{82C58417-64F3-40DD-A98E-02722A605BEF}" dt="2026-03-01T03:50:36.284" v="2435" actId="13822"/>
          <ac:cxnSpMkLst>
            <pc:docMk/>
            <pc:sldMk cId="189169549" sldId="306"/>
            <ac:cxnSpMk id="74" creationId="{AD460274-6AEE-F9F2-7FF9-C777FBB71B05}"/>
          </ac:cxnSpMkLst>
        </pc:cxnChg>
      </pc:sldChg>
      <pc:sldChg chg="addSp modSp add del mod">
        <pc:chgData name="Dasari Sai" userId="3c5dbcc985eed318" providerId="LiveId" clId="{82C58417-64F3-40DD-A98E-02722A605BEF}" dt="2026-03-01T04:01:20.494" v="2476" actId="12"/>
        <pc:sldMkLst>
          <pc:docMk/>
          <pc:sldMk cId="2499396234" sldId="307"/>
        </pc:sldMkLst>
        <pc:spChg chg="add mod">
          <ac:chgData name="Dasari Sai" userId="3c5dbcc985eed318" providerId="LiveId" clId="{82C58417-64F3-40DD-A98E-02722A605BEF}" dt="2026-03-01T04:01:20.494" v="2476" actId="12"/>
          <ac:spMkLst>
            <pc:docMk/>
            <pc:sldMk cId="2499396234" sldId="307"/>
            <ac:spMk id="2" creationId="{68F2B3E1-21A6-B2BC-18CC-359BDE9FD3A8}"/>
          </ac:spMkLst>
        </pc:spChg>
        <pc:spChg chg="mod">
          <ac:chgData name="Dasari Sai" userId="3c5dbcc985eed318" providerId="LiveId" clId="{82C58417-64F3-40DD-A98E-02722A605BEF}" dt="2026-03-01T03:57:24.629" v="2464" actId="20577"/>
          <ac:spMkLst>
            <pc:docMk/>
            <pc:sldMk cId="2499396234" sldId="307"/>
            <ac:spMk id="37" creationId="{B0BB8E68-8B73-12DE-615E-1091F19A9A9A}"/>
          </ac:spMkLst>
        </pc:spChg>
      </pc:sldChg>
      <pc:sldChg chg="add del">
        <pc:chgData name="Dasari Sai" userId="3c5dbcc985eed318" providerId="LiveId" clId="{82C58417-64F3-40DD-A98E-02722A605BEF}" dt="2026-02-28T09:18:42.563" v="1246" actId="47"/>
        <pc:sldMkLst>
          <pc:docMk/>
          <pc:sldMk cId="2377937275" sldId="308"/>
        </pc:sldMkLst>
      </pc:sldChg>
      <pc:sldChg chg="del">
        <pc:chgData name="Dasari Sai" userId="3c5dbcc985eed318" providerId="LiveId" clId="{82C58417-64F3-40DD-A98E-02722A605BEF}" dt="2026-02-28T09:19:31.104" v="1247" actId="47"/>
        <pc:sldMkLst>
          <pc:docMk/>
          <pc:sldMk cId="541659758" sldId="309"/>
        </pc:sldMkLst>
      </pc:sldChg>
      <pc:sldChg chg="addSp modSp add mod">
        <pc:chgData name="Dasari Sai" userId="3c5dbcc985eed318" providerId="LiveId" clId="{82C58417-64F3-40DD-A98E-02722A605BEF}" dt="2026-02-28T04:59:52.058" v="425" actId="14100"/>
        <pc:sldMkLst>
          <pc:docMk/>
          <pc:sldMk cId="2597495723" sldId="310"/>
        </pc:sldMkLst>
        <pc:spChg chg="add mod">
          <ac:chgData name="Dasari Sai" userId="3c5dbcc985eed318" providerId="LiveId" clId="{82C58417-64F3-40DD-A98E-02722A605BEF}" dt="2026-02-28T04:59:52.058" v="425" actId="14100"/>
          <ac:spMkLst>
            <pc:docMk/>
            <pc:sldMk cId="2597495723" sldId="310"/>
            <ac:spMk id="2" creationId="{9375A690-2908-34DF-8BC8-32DF9E70995B}"/>
          </ac:spMkLst>
        </pc:spChg>
        <pc:spChg chg="add">
          <ac:chgData name="Dasari Sai" userId="3c5dbcc985eed318" providerId="LiveId" clId="{82C58417-64F3-40DD-A98E-02722A605BEF}" dt="2026-02-28T04:58:48.229" v="416"/>
          <ac:spMkLst>
            <pc:docMk/>
            <pc:sldMk cId="2597495723" sldId="310"/>
            <ac:spMk id="3" creationId="{2F939923-DF88-AD8B-F9AA-11D7B8DA5CF5}"/>
          </ac:spMkLst>
        </pc:spChg>
        <pc:spChg chg="mod">
          <ac:chgData name="Dasari Sai" userId="3c5dbcc985eed318" providerId="LiveId" clId="{82C58417-64F3-40DD-A98E-02722A605BEF}" dt="2026-02-28T04:40:37.599" v="345" actId="20577"/>
          <ac:spMkLst>
            <pc:docMk/>
            <pc:sldMk cId="2597495723" sldId="310"/>
            <ac:spMk id="4" creationId="{E545DAE9-4326-8615-D3A8-15BCC06FD32F}"/>
          </ac:spMkLst>
        </pc:spChg>
        <pc:spChg chg="mod">
          <ac:chgData name="Dasari Sai" userId="3c5dbcc985eed318" providerId="LiveId" clId="{82C58417-64F3-40DD-A98E-02722A605BEF}" dt="2026-02-28T04:55:44.264" v="394" actId="20577"/>
          <ac:spMkLst>
            <pc:docMk/>
            <pc:sldMk cId="2597495723" sldId="310"/>
            <ac:spMk id="5" creationId="{55D0132C-043E-C6B9-483E-9E279DDBC929}"/>
          </ac:spMkLst>
        </pc:spChg>
      </pc:sldChg>
      <pc:sldChg chg="addSp delSp modSp add del mod">
        <pc:chgData name="Dasari Sai" userId="3c5dbcc985eed318" providerId="LiveId" clId="{82C58417-64F3-40DD-A98E-02722A605BEF}" dt="2026-03-01T03:53:50.077" v="2440" actId="47"/>
        <pc:sldMkLst>
          <pc:docMk/>
          <pc:sldMk cId="2114542312" sldId="311"/>
        </pc:sldMkLst>
        <pc:spChg chg="add del">
          <ac:chgData name="Dasari Sai" userId="3c5dbcc985eed318" providerId="LiveId" clId="{82C58417-64F3-40DD-A98E-02722A605BEF}" dt="2026-02-28T09:36:40.129" v="1800" actId="22"/>
          <ac:spMkLst>
            <pc:docMk/>
            <pc:sldMk cId="2114542312" sldId="311"/>
            <ac:spMk id="3" creationId="{02C90C55-1752-4C57-984D-50B2354472D3}"/>
          </ac:spMkLst>
        </pc:spChg>
        <pc:spChg chg="mod">
          <ac:chgData name="Dasari Sai" userId="3c5dbcc985eed318" providerId="LiveId" clId="{82C58417-64F3-40DD-A98E-02722A605BEF}" dt="2026-02-28T08:33:16.406" v="520" actId="20577"/>
          <ac:spMkLst>
            <pc:docMk/>
            <pc:sldMk cId="2114542312" sldId="311"/>
            <ac:spMk id="7" creationId="{7D7445DB-34DD-8A8D-B955-5EAECB1D9893}"/>
          </ac:spMkLst>
        </pc:spChg>
      </pc:sldChg>
      <pc:sldChg chg="addSp delSp modSp add mod addAnim delAnim modAnim">
        <pc:chgData name="Dasari Sai" userId="3c5dbcc985eed318" providerId="LiveId" clId="{82C58417-64F3-40DD-A98E-02722A605BEF}" dt="2026-02-28T09:17:56.016" v="1245" actId="255"/>
        <pc:sldMkLst>
          <pc:docMk/>
          <pc:sldMk cId="4270623001" sldId="312"/>
        </pc:sldMkLst>
        <pc:spChg chg="add del mod">
          <ac:chgData name="Dasari Sai" userId="3c5dbcc985eed318" providerId="LiveId" clId="{82C58417-64F3-40DD-A98E-02722A605BEF}" dt="2026-02-28T09:17:56.016" v="1245" actId="255"/>
          <ac:spMkLst>
            <pc:docMk/>
            <pc:sldMk cId="4270623001" sldId="312"/>
            <ac:spMk id="2" creationId="{351BD61B-3F8A-50F0-C67B-07DA77E8C8AD}"/>
          </ac:spMkLst>
        </pc:spChg>
        <pc:spChg chg="add del mod">
          <ac:chgData name="Dasari Sai" userId="3c5dbcc985eed318" providerId="LiveId" clId="{82C58417-64F3-40DD-A98E-02722A605BEF}" dt="2026-02-28T09:11:42.190" v="1088"/>
          <ac:spMkLst>
            <pc:docMk/>
            <pc:sldMk cId="4270623001" sldId="312"/>
            <ac:spMk id="3" creationId="{891CD4D2-D45B-2E1F-CDB8-29A95CEB1104}"/>
          </ac:spMkLst>
        </pc:spChg>
        <pc:spChg chg="add mod">
          <ac:chgData name="Dasari Sai" userId="3c5dbcc985eed318" providerId="LiveId" clId="{82C58417-64F3-40DD-A98E-02722A605BEF}" dt="2026-02-28T09:09:22.093" v="1036" actId="14100"/>
          <ac:spMkLst>
            <pc:docMk/>
            <pc:sldMk cId="4270623001" sldId="312"/>
            <ac:spMk id="4" creationId="{8317F2AE-BC76-0C40-9955-6FFE40C8A69F}"/>
          </ac:spMkLst>
        </pc:spChg>
        <pc:spChg chg="add del mod">
          <ac:chgData name="Dasari Sai" userId="3c5dbcc985eed318" providerId="LiveId" clId="{82C58417-64F3-40DD-A98E-02722A605BEF}" dt="2026-02-28T09:13:50.261" v="1114"/>
          <ac:spMkLst>
            <pc:docMk/>
            <pc:sldMk cId="4270623001" sldId="312"/>
            <ac:spMk id="5" creationId="{FD9BCE29-7CDC-2688-B46F-24E6B98AE378}"/>
          </ac:spMkLst>
        </pc:spChg>
        <pc:spChg chg="add mod">
          <ac:chgData name="Dasari Sai" userId="3c5dbcc985eed318" providerId="LiveId" clId="{82C58417-64F3-40DD-A98E-02722A605BEF}" dt="2026-02-28T09:12:24.635" v="1101"/>
          <ac:spMkLst>
            <pc:docMk/>
            <pc:sldMk cId="4270623001" sldId="312"/>
            <ac:spMk id="6" creationId="{8BF474CE-FA05-4181-07C1-7F9D5E851295}"/>
          </ac:spMkLst>
        </pc:spChg>
        <pc:spChg chg="del mod">
          <ac:chgData name="Dasari Sai" userId="3c5dbcc985eed318" providerId="LiveId" clId="{82C58417-64F3-40DD-A98E-02722A605BEF}" dt="2026-02-28T09:08:58.576" v="1034" actId="478"/>
          <ac:spMkLst>
            <pc:docMk/>
            <pc:sldMk cId="4270623001" sldId="312"/>
            <ac:spMk id="7" creationId="{2331081A-2589-4C6A-A391-8855D80AD7C7}"/>
          </ac:spMkLst>
        </pc:spChg>
        <pc:spChg chg="add">
          <ac:chgData name="Dasari Sai" userId="3c5dbcc985eed318" providerId="LiveId" clId="{82C58417-64F3-40DD-A98E-02722A605BEF}" dt="2026-02-28T09:16:32.190" v="1217"/>
          <ac:spMkLst>
            <pc:docMk/>
            <pc:sldMk cId="4270623001" sldId="312"/>
            <ac:spMk id="8" creationId="{428244C5-02A1-0279-97D8-356086897D09}"/>
          </ac:spMkLst>
        </pc:spChg>
        <pc:spChg chg="add del mod">
          <ac:chgData name="Dasari Sai" userId="3c5dbcc985eed318" providerId="LiveId" clId="{82C58417-64F3-40DD-A98E-02722A605BEF}" dt="2026-02-28T09:17:17.028" v="1230"/>
          <ac:spMkLst>
            <pc:docMk/>
            <pc:sldMk cId="4270623001" sldId="312"/>
            <ac:spMk id="9" creationId="{4894EEA6-F8FF-E6E5-1E32-486983343975}"/>
          </ac:spMkLst>
        </pc:spChg>
      </pc:sldChg>
      <pc:sldChg chg="addSp delSp modSp add mod">
        <pc:chgData name="Dasari Sai" userId="3c5dbcc985eed318" providerId="LiveId" clId="{82C58417-64F3-40DD-A98E-02722A605BEF}" dt="2026-03-01T03:55:53.364" v="2455" actId="13822"/>
        <pc:sldMkLst>
          <pc:docMk/>
          <pc:sldMk cId="3780662202" sldId="313"/>
        </pc:sldMkLst>
        <pc:spChg chg="add mod">
          <ac:chgData name="Dasari Sai" userId="3c5dbcc985eed318" providerId="LiveId" clId="{82C58417-64F3-40DD-A98E-02722A605BEF}" dt="2026-03-01T03:21:51.503" v="1958" actId="20577"/>
          <ac:spMkLst>
            <pc:docMk/>
            <pc:sldMk cId="3780662202" sldId="313"/>
            <ac:spMk id="2" creationId="{7618DC2A-5F82-27EA-77BE-F3758EF3B286}"/>
          </ac:spMkLst>
        </pc:spChg>
        <pc:spChg chg="add mod">
          <ac:chgData name="Dasari Sai" userId="3c5dbcc985eed318" providerId="LiveId" clId="{82C58417-64F3-40DD-A98E-02722A605BEF}" dt="2026-03-01T03:22:24.016" v="1986" actId="20577"/>
          <ac:spMkLst>
            <pc:docMk/>
            <pc:sldMk cId="3780662202" sldId="313"/>
            <ac:spMk id="3" creationId="{E576060F-FF25-A00D-0606-F175ABC0EDD5}"/>
          </ac:spMkLst>
        </pc:spChg>
        <pc:spChg chg="add mod">
          <ac:chgData name="Dasari Sai" userId="3c5dbcc985eed318" providerId="LiveId" clId="{82C58417-64F3-40DD-A98E-02722A605BEF}" dt="2026-03-01T03:22:46.956" v="2012" actId="20577"/>
          <ac:spMkLst>
            <pc:docMk/>
            <pc:sldMk cId="3780662202" sldId="313"/>
            <ac:spMk id="4" creationId="{17978891-61EF-FA8F-BAFB-22DEF6B98B9E}"/>
          </ac:spMkLst>
        </pc:spChg>
        <pc:spChg chg="add mod">
          <ac:chgData name="Dasari Sai" userId="3c5dbcc985eed318" providerId="LiveId" clId="{82C58417-64F3-40DD-A98E-02722A605BEF}" dt="2026-03-01T03:23:50.213" v="2051" actId="20577"/>
          <ac:spMkLst>
            <pc:docMk/>
            <pc:sldMk cId="3780662202" sldId="313"/>
            <ac:spMk id="5" creationId="{ACC69129-9CE5-C685-6584-6CA4789F4E48}"/>
          </ac:spMkLst>
        </pc:spChg>
        <pc:spChg chg="add mod">
          <ac:chgData name="Dasari Sai" userId="3c5dbcc985eed318" providerId="LiveId" clId="{82C58417-64F3-40DD-A98E-02722A605BEF}" dt="2026-03-01T03:25:22.861" v="2090" actId="20577"/>
          <ac:spMkLst>
            <pc:docMk/>
            <pc:sldMk cId="3780662202" sldId="313"/>
            <ac:spMk id="6" creationId="{D9DD67AD-338F-7A30-2049-6530930577DC}"/>
          </ac:spMkLst>
        </pc:spChg>
        <pc:spChg chg="mod">
          <ac:chgData name="Dasari Sai" userId="3c5dbcc985eed318" providerId="LiveId" clId="{82C58417-64F3-40DD-A98E-02722A605BEF}" dt="2026-03-01T03:11:25.873" v="1885" actId="13822"/>
          <ac:spMkLst>
            <pc:docMk/>
            <pc:sldMk cId="3780662202" sldId="313"/>
            <ac:spMk id="7" creationId="{874C1CD3-10FF-B122-7977-5B2C4CF8D853}"/>
          </ac:spMkLst>
        </pc:spChg>
        <pc:spChg chg="add mod">
          <ac:chgData name="Dasari Sai" userId="3c5dbcc985eed318" providerId="LiveId" clId="{82C58417-64F3-40DD-A98E-02722A605BEF}" dt="2026-03-01T03:25:31.966" v="2101" actId="20577"/>
          <ac:spMkLst>
            <pc:docMk/>
            <pc:sldMk cId="3780662202" sldId="313"/>
            <ac:spMk id="8" creationId="{A68C1A99-4A53-4B91-9010-34723D1B673B}"/>
          </ac:spMkLst>
        </pc:spChg>
        <pc:spChg chg="add mod">
          <ac:chgData name="Dasari Sai" userId="3c5dbcc985eed318" providerId="LiveId" clId="{82C58417-64F3-40DD-A98E-02722A605BEF}" dt="2026-03-01T03:26:04.088" v="2155" actId="20577"/>
          <ac:spMkLst>
            <pc:docMk/>
            <pc:sldMk cId="3780662202" sldId="313"/>
            <ac:spMk id="9" creationId="{FA996D35-54ED-DD61-5D2D-91243D6C4B58}"/>
          </ac:spMkLst>
        </pc:spChg>
        <pc:spChg chg="add mod">
          <ac:chgData name="Dasari Sai" userId="3c5dbcc985eed318" providerId="LiveId" clId="{82C58417-64F3-40DD-A98E-02722A605BEF}" dt="2026-03-01T03:26:17.022" v="2170" actId="20577"/>
          <ac:spMkLst>
            <pc:docMk/>
            <pc:sldMk cId="3780662202" sldId="313"/>
            <ac:spMk id="10" creationId="{6BC5100C-AEF6-776A-A709-25218B213392}"/>
          </ac:spMkLst>
        </pc:spChg>
        <pc:spChg chg="add del mod">
          <ac:chgData name="Dasari Sai" userId="3c5dbcc985eed318" providerId="LiveId" clId="{82C58417-64F3-40DD-A98E-02722A605BEF}" dt="2026-03-01T03:21:23.557" v="1937" actId="478"/>
          <ac:spMkLst>
            <pc:docMk/>
            <pc:sldMk cId="3780662202" sldId="313"/>
            <ac:spMk id="70" creationId="{912CC831-5327-D5AB-37C2-C60436E4C018}"/>
          </ac:spMkLst>
        </pc:spChg>
        <pc:cxnChg chg="add del mod">
          <ac:chgData name="Dasari Sai" userId="3c5dbcc985eed318" providerId="LiveId" clId="{82C58417-64F3-40DD-A98E-02722A605BEF}" dt="2026-03-01T03:54:11.800" v="2441" actId="478"/>
          <ac:cxnSpMkLst>
            <pc:docMk/>
            <pc:sldMk cId="3780662202" sldId="313"/>
            <ac:cxnSpMk id="14" creationId="{EE35DA20-1961-2972-2F7D-1F31C7FB6CDE}"/>
          </ac:cxnSpMkLst>
        </pc:cxnChg>
        <pc:cxnChg chg="add mod">
          <ac:chgData name="Dasari Sai" userId="3c5dbcc985eed318" providerId="LiveId" clId="{82C58417-64F3-40DD-A98E-02722A605BEF}" dt="2026-03-01T03:54:32.207" v="2445" actId="13822"/>
          <ac:cxnSpMkLst>
            <pc:docMk/>
            <pc:sldMk cId="3780662202" sldId="313"/>
            <ac:cxnSpMk id="16" creationId="{D5A729C3-C60F-2997-1B50-A0A7AF0A889F}"/>
          </ac:cxnSpMkLst>
        </pc:cxnChg>
        <pc:cxnChg chg="add mod">
          <ac:chgData name="Dasari Sai" userId="3c5dbcc985eed318" providerId="LiveId" clId="{82C58417-64F3-40DD-A98E-02722A605BEF}" dt="2026-03-01T03:54:36.271" v="2446" actId="13822"/>
          <ac:cxnSpMkLst>
            <pc:docMk/>
            <pc:sldMk cId="3780662202" sldId="313"/>
            <ac:cxnSpMk id="18" creationId="{00BB66E4-ED1E-B0D2-4D91-F684D57BD7B6}"/>
          </ac:cxnSpMkLst>
        </pc:cxnChg>
        <pc:cxnChg chg="add del mod">
          <ac:chgData name="Dasari Sai" userId="3c5dbcc985eed318" providerId="LiveId" clId="{82C58417-64F3-40DD-A98E-02722A605BEF}" dt="2026-03-01T03:15:19.730" v="1901" actId="478"/>
          <ac:cxnSpMkLst>
            <pc:docMk/>
            <pc:sldMk cId="3780662202" sldId="313"/>
            <ac:cxnSpMk id="21" creationId="{0EC7CEF0-BF17-0B1D-A65D-F158D1670923}"/>
          </ac:cxnSpMkLst>
        </pc:cxnChg>
        <pc:cxnChg chg="add mod">
          <ac:chgData name="Dasari Sai" userId="3c5dbcc985eed318" providerId="LiveId" clId="{82C58417-64F3-40DD-A98E-02722A605BEF}" dt="2026-03-01T03:55:47.874" v="2454" actId="13822"/>
          <ac:cxnSpMkLst>
            <pc:docMk/>
            <pc:sldMk cId="3780662202" sldId="313"/>
            <ac:cxnSpMk id="25" creationId="{E70CABDB-AC9C-FE56-3D48-8A5329BF3818}"/>
          </ac:cxnSpMkLst>
        </pc:cxnChg>
        <pc:cxnChg chg="add mod">
          <ac:chgData name="Dasari Sai" userId="3c5dbcc985eed318" providerId="LiveId" clId="{82C58417-64F3-40DD-A98E-02722A605BEF}" dt="2026-03-01T03:55:53.364" v="2455" actId="13822"/>
          <ac:cxnSpMkLst>
            <pc:docMk/>
            <pc:sldMk cId="3780662202" sldId="313"/>
            <ac:cxnSpMk id="29" creationId="{AAFC156C-4482-6C0B-33F3-B29A3A18D7AE}"/>
          </ac:cxnSpMkLst>
        </pc:cxnChg>
        <pc:cxnChg chg="add mod">
          <ac:chgData name="Dasari Sai" userId="3c5dbcc985eed318" providerId="LiveId" clId="{82C58417-64F3-40DD-A98E-02722A605BEF}" dt="2026-03-01T03:55:29.887" v="2453" actId="13822"/>
          <ac:cxnSpMkLst>
            <pc:docMk/>
            <pc:sldMk cId="3780662202" sldId="313"/>
            <ac:cxnSpMk id="32" creationId="{320E1B2D-31AF-94AC-22C8-0D3CD9EE637B}"/>
          </ac:cxnSpMkLst>
        </pc:cxnChg>
        <pc:cxnChg chg="add mod">
          <ac:chgData name="Dasari Sai" userId="3c5dbcc985eed318" providerId="LiveId" clId="{82C58417-64F3-40DD-A98E-02722A605BEF}" dt="2026-03-01T03:55:25.143" v="2452" actId="13822"/>
          <ac:cxnSpMkLst>
            <pc:docMk/>
            <pc:sldMk cId="3780662202" sldId="313"/>
            <ac:cxnSpMk id="34" creationId="{447144B3-5087-2205-595C-84B920579EDF}"/>
          </ac:cxnSpMkLst>
        </pc:cxnChg>
        <pc:cxnChg chg="add">
          <ac:chgData name="Dasari Sai" userId="3c5dbcc985eed318" providerId="LiveId" clId="{82C58417-64F3-40DD-A98E-02722A605BEF}" dt="2026-03-01T03:17:48.361" v="1909" actId="11529"/>
          <ac:cxnSpMkLst>
            <pc:docMk/>
            <pc:sldMk cId="3780662202" sldId="313"/>
            <ac:cxnSpMk id="41" creationId="{51D4C381-3E7E-DAA0-D1C4-5F79D2A98612}"/>
          </ac:cxnSpMkLst>
        </pc:cxnChg>
        <pc:cxnChg chg="add del mod">
          <ac:chgData name="Dasari Sai" userId="3c5dbcc985eed318" providerId="LiveId" clId="{82C58417-64F3-40DD-A98E-02722A605BEF}" dt="2026-03-01T03:18:29.143" v="1914" actId="478"/>
          <ac:cxnSpMkLst>
            <pc:docMk/>
            <pc:sldMk cId="3780662202" sldId="313"/>
            <ac:cxnSpMk id="43" creationId="{01509E55-8FA0-C2CB-0FCB-0227BC3B576D}"/>
          </ac:cxnSpMkLst>
        </pc:cxnChg>
        <pc:cxnChg chg="add mod">
          <ac:chgData name="Dasari Sai" userId="3c5dbcc985eed318" providerId="LiveId" clId="{82C58417-64F3-40DD-A98E-02722A605BEF}" dt="2026-03-01T03:54:43.569" v="2448" actId="13822"/>
          <ac:cxnSpMkLst>
            <pc:docMk/>
            <pc:sldMk cId="3780662202" sldId="313"/>
            <ac:cxnSpMk id="48" creationId="{23696838-BFDE-B3B2-5457-B4A8D074700D}"/>
          </ac:cxnSpMkLst>
        </pc:cxnChg>
        <pc:cxnChg chg="add del mod">
          <ac:chgData name="Dasari Sai" userId="3c5dbcc985eed318" providerId="LiveId" clId="{82C58417-64F3-40DD-A98E-02722A605BEF}" dt="2026-03-01T03:19:07.102" v="1919" actId="478"/>
          <ac:cxnSpMkLst>
            <pc:docMk/>
            <pc:sldMk cId="3780662202" sldId="313"/>
            <ac:cxnSpMk id="50" creationId="{0E53F42C-EDEA-9315-3100-1B547EAC8458}"/>
          </ac:cxnSpMkLst>
        </pc:cxnChg>
        <pc:cxnChg chg="add mod">
          <ac:chgData name="Dasari Sai" userId="3c5dbcc985eed318" providerId="LiveId" clId="{82C58417-64F3-40DD-A98E-02722A605BEF}" dt="2026-03-01T03:54:39.954" v="2447" actId="13822"/>
          <ac:cxnSpMkLst>
            <pc:docMk/>
            <pc:sldMk cId="3780662202" sldId="313"/>
            <ac:cxnSpMk id="53" creationId="{14BDF4E9-D7C1-8CBF-705E-9AB070A735CA}"/>
          </ac:cxnSpMkLst>
        </pc:cxnChg>
        <pc:cxnChg chg="add mod">
          <ac:chgData name="Dasari Sai" userId="3c5dbcc985eed318" providerId="LiveId" clId="{82C58417-64F3-40DD-A98E-02722A605BEF}" dt="2026-03-01T03:54:27.740" v="2444" actId="13822"/>
          <ac:cxnSpMkLst>
            <pc:docMk/>
            <pc:sldMk cId="3780662202" sldId="313"/>
            <ac:cxnSpMk id="55" creationId="{821540B2-C07E-ED2C-4385-6E8EF6308D5A}"/>
          </ac:cxnSpMkLst>
        </pc:cxnChg>
        <pc:cxnChg chg="add del mod">
          <ac:chgData name="Dasari Sai" userId="3c5dbcc985eed318" providerId="LiveId" clId="{82C58417-64F3-40DD-A98E-02722A605BEF}" dt="2026-03-01T03:19:54.574" v="1924" actId="478"/>
          <ac:cxnSpMkLst>
            <pc:docMk/>
            <pc:sldMk cId="3780662202" sldId="313"/>
            <ac:cxnSpMk id="58" creationId="{FF6B4B9F-7475-6B95-A267-840B63887AC4}"/>
          </ac:cxnSpMkLst>
        </pc:cxnChg>
        <pc:cxnChg chg="add mod">
          <ac:chgData name="Dasari Sai" userId="3c5dbcc985eed318" providerId="LiveId" clId="{82C58417-64F3-40DD-A98E-02722A605BEF}" dt="2026-03-01T03:20:13.959" v="1928" actId="1076"/>
          <ac:cxnSpMkLst>
            <pc:docMk/>
            <pc:sldMk cId="3780662202" sldId="313"/>
            <ac:cxnSpMk id="60" creationId="{72D9381A-4679-426F-9778-A558DD90ADF5}"/>
          </ac:cxnSpMkLst>
        </pc:cxnChg>
        <pc:cxnChg chg="add mod">
          <ac:chgData name="Dasari Sai" userId="3c5dbcc985eed318" providerId="LiveId" clId="{82C58417-64F3-40DD-A98E-02722A605BEF}" dt="2026-03-01T03:54:54.863" v="2451" actId="13822"/>
          <ac:cxnSpMkLst>
            <pc:docMk/>
            <pc:sldMk cId="3780662202" sldId="313"/>
            <ac:cxnSpMk id="63" creationId="{3959A7EE-6B43-D9F7-C65C-0E39D72A0A9C}"/>
          </ac:cxnSpMkLst>
        </pc:cxnChg>
        <pc:cxnChg chg="add mod">
          <ac:chgData name="Dasari Sai" userId="3c5dbcc985eed318" providerId="LiveId" clId="{82C58417-64F3-40DD-A98E-02722A605BEF}" dt="2026-03-01T03:54:50.055" v="2450" actId="13822"/>
          <ac:cxnSpMkLst>
            <pc:docMk/>
            <pc:sldMk cId="3780662202" sldId="313"/>
            <ac:cxnSpMk id="67" creationId="{AF817ED3-ABEA-1BA2-A180-D5550BBF92C8}"/>
          </ac:cxnSpMkLst>
        </pc:cxnChg>
        <pc:cxnChg chg="add mod">
          <ac:chgData name="Dasari Sai" userId="3c5dbcc985eed318" providerId="LiveId" clId="{82C58417-64F3-40DD-A98E-02722A605BEF}" dt="2026-03-01T03:54:47.128" v="2449" actId="13822"/>
          <ac:cxnSpMkLst>
            <pc:docMk/>
            <pc:sldMk cId="3780662202" sldId="313"/>
            <ac:cxnSpMk id="69" creationId="{09C0AF92-84E9-F4E3-5BFB-33A0C90E8D93}"/>
          </ac:cxnSpMkLst>
        </pc:cxnChg>
        <pc:cxnChg chg="add mod">
          <ac:chgData name="Dasari Sai" userId="3c5dbcc985eed318" providerId="LiveId" clId="{82C58417-64F3-40DD-A98E-02722A605BEF}" dt="2026-03-01T03:54:24.170" v="2443" actId="13822"/>
          <ac:cxnSpMkLst>
            <pc:docMk/>
            <pc:sldMk cId="3780662202" sldId="313"/>
            <ac:cxnSpMk id="72" creationId="{29BAB9FB-37BF-712B-3747-A594C854B3B9}"/>
          </ac:cxnSpMkLst>
        </pc:cxnChg>
      </pc:sldChg>
      <pc:sldChg chg="addSp delSp modSp add mod addAnim delAnim modAnim">
        <pc:chgData name="Dasari Sai" userId="3c5dbcc985eed318" providerId="LiveId" clId="{82C58417-64F3-40DD-A98E-02722A605BEF}" dt="2026-02-28T08:51:51.801" v="923" actId="14100"/>
        <pc:sldMkLst>
          <pc:docMk/>
          <pc:sldMk cId="3619038327" sldId="314"/>
        </pc:sldMkLst>
        <pc:spChg chg="add del mod">
          <ac:chgData name="Dasari Sai" userId="3c5dbcc985eed318" providerId="LiveId" clId="{82C58417-64F3-40DD-A98E-02722A605BEF}" dt="2026-02-28T08:51:51.801" v="923" actId="14100"/>
          <ac:spMkLst>
            <pc:docMk/>
            <pc:sldMk cId="3619038327" sldId="314"/>
            <ac:spMk id="2" creationId="{96A0C264-3401-BB79-9671-0A37EA108513}"/>
          </ac:spMkLst>
        </pc:spChg>
        <pc:spChg chg="add del mod">
          <ac:chgData name="Dasari Sai" userId="3c5dbcc985eed318" providerId="LiveId" clId="{82C58417-64F3-40DD-A98E-02722A605BEF}" dt="2026-02-28T08:49:48.806" v="879" actId="478"/>
          <ac:spMkLst>
            <pc:docMk/>
            <pc:sldMk cId="3619038327" sldId="314"/>
            <ac:spMk id="3" creationId="{44BA233F-4BC1-F8D5-7311-4F8C7AFE0629}"/>
          </ac:spMkLst>
        </pc:spChg>
        <pc:spChg chg="mod">
          <ac:chgData name="Dasari Sai" userId="3c5dbcc985eed318" providerId="LiveId" clId="{82C58417-64F3-40DD-A98E-02722A605BEF}" dt="2026-02-28T08:35:04.028" v="627" actId="20577"/>
          <ac:spMkLst>
            <pc:docMk/>
            <pc:sldMk cId="3619038327" sldId="314"/>
            <ac:spMk id="7" creationId="{CD603EBC-D75A-6F2C-6127-387F2F96C409}"/>
          </ac:spMkLst>
        </pc:spChg>
      </pc:sldChg>
      <pc:sldChg chg="addSp modSp add mod modAnim">
        <pc:chgData name="Dasari Sai" userId="3c5dbcc985eed318" providerId="LiveId" clId="{82C58417-64F3-40DD-A98E-02722A605BEF}" dt="2026-02-28T09:26:15.385" v="1557" actId="14100"/>
        <pc:sldMkLst>
          <pc:docMk/>
          <pc:sldMk cId="45461738" sldId="315"/>
        </pc:sldMkLst>
        <pc:spChg chg="add mod">
          <ac:chgData name="Dasari Sai" userId="3c5dbcc985eed318" providerId="LiveId" clId="{82C58417-64F3-40DD-A98E-02722A605BEF}" dt="2026-02-28T09:26:15.385" v="1557" actId="14100"/>
          <ac:spMkLst>
            <pc:docMk/>
            <pc:sldMk cId="45461738" sldId="315"/>
            <ac:spMk id="2" creationId="{9B5143FA-7C5F-CB55-F43C-146B4C81E222}"/>
          </ac:spMkLst>
        </pc:spChg>
        <pc:spChg chg="mod">
          <ac:chgData name="Dasari Sai" userId="3c5dbcc985eed318" providerId="LiveId" clId="{82C58417-64F3-40DD-A98E-02722A605BEF}" dt="2026-02-28T08:35:20.316" v="639" actId="20577"/>
          <ac:spMkLst>
            <pc:docMk/>
            <pc:sldMk cId="45461738" sldId="315"/>
            <ac:spMk id="7" creationId="{D75559FB-D651-F2C0-7E1E-F219447C2722}"/>
          </ac:spMkLst>
        </pc:spChg>
      </pc:sldChg>
      <pc:sldChg chg="addSp modSp add mod">
        <pc:chgData name="Dasari Sai" userId="3c5dbcc985eed318" providerId="LiveId" clId="{82C58417-64F3-40DD-A98E-02722A605BEF}" dt="2026-03-01T04:33:24.590" v="2482" actId="1076"/>
        <pc:sldMkLst>
          <pc:docMk/>
          <pc:sldMk cId="743691035" sldId="316"/>
        </pc:sldMkLst>
        <pc:spChg chg="mod">
          <ac:chgData name="Dasari Sai" userId="3c5dbcc985eed318" providerId="LiveId" clId="{82C58417-64F3-40DD-A98E-02722A605BEF}" dt="2026-02-28T08:36:12.584" v="655" actId="20577"/>
          <ac:spMkLst>
            <pc:docMk/>
            <pc:sldMk cId="743691035" sldId="316"/>
            <ac:spMk id="7" creationId="{7FA56865-D3D2-0EC3-A31C-7686129B59F7}"/>
          </ac:spMkLst>
        </pc:spChg>
        <pc:picChg chg="add mod">
          <ac:chgData name="Dasari Sai" userId="3c5dbcc985eed318" providerId="LiveId" clId="{82C58417-64F3-40DD-A98E-02722A605BEF}" dt="2026-03-01T04:33:24.590" v="2482" actId="1076"/>
          <ac:picMkLst>
            <pc:docMk/>
            <pc:sldMk cId="743691035" sldId="316"/>
            <ac:picMk id="3" creationId="{D700C815-EFB5-AB41-C643-1AB66E05C7A0}"/>
          </ac:picMkLst>
        </pc:picChg>
      </pc:sldChg>
      <pc:sldChg chg="addSp modSp add mod modAnim">
        <pc:chgData name="Dasari Sai" userId="3c5dbcc985eed318" providerId="LiveId" clId="{82C58417-64F3-40DD-A98E-02722A605BEF}" dt="2026-02-28T09:33:02.811" v="1767" actId="255"/>
        <pc:sldMkLst>
          <pc:docMk/>
          <pc:sldMk cId="3785883820" sldId="317"/>
        </pc:sldMkLst>
        <pc:spChg chg="add mod">
          <ac:chgData name="Dasari Sai" userId="3c5dbcc985eed318" providerId="LiveId" clId="{82C58417-64F3-40DD-A98E-02722A605BEF}" dt="2026-02-28T09:31:12.827" v="1755" actId="20577"/>
          <ac:spMkLst>
            <pc:docMk/>
            <pc:sldMk cId="3785883820" sldId="317"/>
            <ac:spMk id="2" creationId="{B526DFAD-7877-4C8C-4FFD-1CF25566769D}"/>
          </ac:spMkLst>
        </pc:spChg>
        <pc:spChg chg="add mod">
          <ac:chgData name="Dasari Sai" userId="3c5dbcc985eed318" providerId="LiveId" clId="{82C58417-64F3-40DD-A98E-02722A605BEF}" dt="2026-02-28T09:33:02.811" v="1767" actId="255"/>
          <ac:spMkLst>
            <pc:docMk/>
            <pc:sldMk cId="3785883820" sldId="317"/>
            <ac:spMk id="3" creationId="{1B27B8B3-8728-5395-EA35-9045765637F5}"/>
          </ac:spMkLst>
        </pc:spChg>
        <pc:spChg chg="mod">
          <ac:chgData name="Dasari Sai" userId="3c5dbcc985eed318" providerId="LiveId" clId="{82C58417-64F3-40DD-A98E-02722A605BEF}" dt="2026-02-28T08:36:42.128" v="668" actId="20577"/>
          <ac:spMkLst>
            <pc:docMk/>
            <pc:sldMk cId="3785883820" sldId="317"/>
            <ac:spMk id="7" creationId="{D547A6E8-E270-EE8B-8D2A-A9A412D380B1}"/>
          </ac:spMkLst>
        </pc:spChg>
      </pc:sldChg>
      <pc:sldChg chg="addSp delSp modSp add mod delAnim modAnim">
        <pc:chgData name="Dasari Sai" userId="3c5dbcc985eed318" providerId="LiveId" clId="{82C58417-64F3-40DD-A98E-02722A605BEF}" dt="2026-02-28T09:39:01.029" v="1821" actId="14100"/>
        <pc:sldMkLst>
          <pc:docMk/>
          <pc:sldMk cId="696374958" sldId="318"/>
        </pc:sldMkLst>
        <pc:spChg chg="add del mod">
          <ac:chgData name="Dasari Sai" userId="3c5dbcc985eed318" providerId="LiveId" clId="{82C58417-64F3-40DD-A98E-02722A605BEF}" dt="2026-02-28T09:35:47.655" v="1795" actId="478"/>
          <ac:spMkLst>
            <pc:docMk/>
            <pc:sldMk cId="696374958" sldId="318"/>
            <ac:spMk id="2" creationId="{6B47E12E-064C-6535-97E5-DB12CDE1C258}"/>
          </ac:spMkLst>
        </pc:spChg>
        <pc:spChg chg="add del mod">
          <ac:chgData name="Dasari Sai" userId="3c5dbcc985eed318" providerId="LiveId" clId="{82C58417-64F3-40DD-A98E-02722A605BEF}" dt="2026-02-28T09:34:54.990" v="1774" actId="478"/>
          <ac:spMkLst>
            <pc:docMk/>
            <pc:sldMk cId="696374958" sldId="318"/>
            <ac:spMk id="3" creationId="{7068E77D-7106-434E-72DF-14A56E4E636F}"/>
          </ac:spMkLst>
        </pc:spChg>
        <pc:spChg chg="add del mod">
          <ac:chgData name="Dasari Sai" userId="3c5dbcc985eed318" providerId="LiveId" clId="{82C58417-64F3-40DD-A98E-02722A605BEF}" dt="2026-02-28T09:37:14.570" v="1805" actId="21"/>
          <ac:spMkLst>
            <pc:docMk/>
            <pc:sldMk cId="696374958" sldId="318"/>
            <ac:spMk id="4" creationId="{D97C4955-EB81-C374-ADFB-0F192295214D}"/>
          </ac:spMkLst>
        </pc:spChg>
        <pc:spChg chg="add mod">
          <ac:chgData name="Dasari Sai" userId="3c5dbcc985eed318" providerId="LiveId" clId="{82C58417-64F3-40DD-A98E-02722A605BEF}" dt="2026-02-28T09:37:19.893" v="1806" actId="1076"/>
          <ac:spMkLst>
            <pc:docMk/>
            <pc:sldMk cId="696374958" sldId="318"/>
            <ac:spMk id="5" creationId="{487A18DD-4B94-C6F1-7FA4-55E0A1EDCF6F}"/>
          </ac:spMkLst>
        </pc:spChg>
        <pc:spChg chg="add mod">
          <ac:chgData name="Dasari Sai" userId="3c5dbcc985eed318" providerId="LiveId" clId="{82C58417-64F3-40DD-A98E-02722A605BEF}" dt="2026-02-28T09:39:01.029" v="1821" actId="14100"/>
          <ac:spMkLst>
            <pc:docMk/>
            <pc:sldMk cId="696374958" sldId="318"/>
            <ac:spMk id="6" creationId="{D97C4955-EB81-C374-ADFB-0F192295214D}"/>
          </ac:spMkLst>
        </pc:spChg>
        <pc:spChg chg="mod">
          <ac:chgData name="Dasari Sai" userId="3c5dbcc985eed318" providerId="LiveId" clId="{82C58417-64F3-40DD-A98E-02722A605BEF}" dt="2026-02-28T08:37:22.686" v="682" actId="20577"/>
          <ac:spMkLst>
            <pc:docMk/>
            <pc:sldMk cId="696374958" sldId="318"/>
            <ac:spMk id="7" creationId="{C22865CA-C8A1-2DEA-1E6C-0899E6E6B546}"/>
          </ac:spMkLst>
        </pc:spChg>
      </pc:sldChg>
      <pc:sldChg chg="add">
        <pc:chgData name="Dasari Sai" userId="3c5dbcc985eed318" providerId="LiveId" clId="{82C58417-64F3-40DD-A98E-02722A605BEF}" dt="2026-02-28T09:15:43.206" v="1185"/>
        <pc:sldMkLst>
          <pc:docMk/>
          <pc:sldMk cId="889284256" sldId="319"/>
        </pc:sldMkLst>
      </pc:sldChg>
      <pc:sldChg chg="modSp add del">
        <pc:chgData name="Dasari Sai" userId="3c5dbcc985eed318" providerId="LiveId" clId="{82C58417-64F3-40DD-A98E-02722A605BEF}" dt="2026-02-28T08:56:23.301" v="940" actId="47"/>
        <pc:sldMkLst>
          <pc:docMk/>
          <pc:sldMk cId="3391198488" sldId="319"/>
        </pc:sldMkLst>
        <pc:spChg chg="mod">
          <ac:chgData name="Dasari Sai" userId="3c5dbcc985eed318" providerId="LiveId" clId="{82C58417-64F3-40DD-A98E-02722A605BEF}" dt="2026-02-28T08:37:59.007" v="695" actId="20577"/>
          <ac:spMkLst>
            <pc:docMk/>
            <pc:sldMk cId="3391198488" sldId="319"/>
            <ac:spMk id="7" creationId="{8325F508-8719-38D9-7F5B-E6218B9EBB45}"/>
          </ac:spMkLst>
        </pc:spChg>
      </pc:sldChg>
      <pc:sldChg chg="addSp modSp add del mod modAnim">
        <pc:chgData name="Dasari Sai" userId="3c5dbcc985eed318" providerId="LiveId" clId="{82C58417-64F3-40DD-A98E-02722A605BEF}" dt="2026-02-28T09:07:59.462" v="1013" actId="47"/>
        <pc:sldMkLst>
          <pc:docMk/>
          <pc:sldMk cId="1876463822" sldId="320"/>
        </pc:sldMkLst>
        <pc:spChg chg="add mod">
          <ac:chgData name="Dasari Sai" userId="3c5dbcc985eed318" providerId="LiveId" clId="{82C58417-64F3-40DD-A98E-02722A605BEF}" dt="2026-02-28T08:46:35.701" v="799" actId="14100"/>
          <ac:spMkLst>
            <pc:docMk/>
            <pc:sldMk cId="1876463822" sldId="320"/>
            <ac:spMk id="2" creationId="{4C529450-2B15-81D6-7125-2978A65351E1}"/>
          </ac:spMkLst>
        </pc:spChg>
        <pc:spChg chg="mod">
          <ac:chgData name="Dasari Sai" userId="3c5dbcc985eed318" providerId="LiveId" clId="{82C58417-64F3-40DD-A98E-02722A605BEF}" dt="2026-02-28T08:47:08.612" v="800"/>
          <ac:spMkLst>
            <pc:docMk/>
            <pc:sldMk cId="1876463822" sldId="320"/>
            <ac:spMk id="7" creationId="{4AEE935F-D8E1-CCC6-38C5-AD3C1487CC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sv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" TargetMode="External"/><Relationship Id="rId2" Type="http://schemas.openxmlformats.org/officeDocument/2006/relationships/hyperlink" Target="https://www.espressif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randomnerdtutorials.com/" TargetMode="External"/><Relationship Id="rId4" Type="http://schemas.openxmlformats.org/officeDocument/2006/relationships/hyperlink" Target="https://ieeexplore.ieee.org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3410930" y="1698392"/>
            <a:ext cx="8681606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	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Embedded PROTOTYPE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PROJECT TITLE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 </a:t>
            </a:r>
            <a:r>
              <a:rPr lang="en-US" sz="2800" b="1" i="1" dirty="0"/>
              <a:t>Design and Implementation of Automated Medical Dispenser using ESP32</a:t>
            </a:r>
            <a:endParaRPr lang="en-US" sz="2800" b="1" i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 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570738" cy="678327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cs typeface="Poppins" pitchFamily="2" charset="77"/>
              </a:rPr>
              <a:t>Department of ECE 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240171" y="4277033"/>
            <a:ext cx="4951828" cy="2399162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Presented by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Devineni.Prem</a:t>
            </a: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 Nag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D.Shanmukha</a:t>
            </a: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 Venkata Sai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M.Hemanth</a:t>
            </a: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 Kumar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SK.Sajeeth</a:t>
            </a: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 Shareef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3" name="Google Shape;502;p17">
            <a:extLst>
              <a:ext uri="{FF2B5EF4-FFF2-40B4-BE49-F238E27FC236}">
                <a16:creationId xmlns:a16="http://schemas.microsoft.com/office/drawing/2014/main" id="{5766D5FB-9BED-210C-3542-08406D8BAD6D}"/>
              </a:ext>
            </a:extLst>
          </p:cNvPr>
          <p:cNvSpPr/>
          <p:nvPr/>
        </p:nvSpPr>
        <p:spPr>
          <a:xfrm>
            <a:off x="2288537" y="4991236"/>
            <a:ext cx="3227360" cy="182104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Guided by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Dr.A</a:t>
            </a: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 </a:t>
            </a:r>
            <a:r>
              <a:rPr lang="en-US" sz="2400" dirty="0" err="1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V.Prabhu</a:t>
            </a:r>
            <a:endParaRPr lang="en-US"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Associate Professor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Dept of ECE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521559" y="104689"/>
            <a:ext cx="384671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730356" y="625326"/>
            <a:ext cx="11009359" cy="52280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Poppins"/>
                <a:cs typeface="Poppins"/>
              </a:rPr>
              <a:t>				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Poppins"/>
                <a:cs typeface="Poppins"/>
              </a:rPr>
              <a:t>     	    									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62" y="278217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2B699ED9-B286-F6D5-0DC9-2D31CD96F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354" y="1104828"/>
            <a:ext cx="950779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Medication adherence is essential for effective treatment and patient health.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patients, especially elderly people, forget to take medicines on time.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Incorrect dosage intake can lead to serious health complications.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Smart healthcare solutions using IoT help automate medication management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 automated medical dispenser provides scheduled medicine delivery with reminders.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ESP32 microcontroller enables real-time monitoring and IoT connectivity.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PROJECT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91D837-F202-29B5-4AD9-CF2A9D293466}"/>
              </a:ext>
            </a:extLst>
          </p:cNvPr>
          <p:cNvSpPr txBox="1"/>
          <p:nvPr/>
        </p:nvSpPr>
        <p:spPr>
          <a:xfrm>
            <a:off x="914400" y="684469"/>
            <a:ext cx="10439400" cy="526297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D1CCF7-47B6-3E90-5404-CE5E73029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710" y="1031324"/>
            <a:ext cx="7285703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ESP32 as the main control unit.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RTC module ensures accurate real-time medication timing.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automatically dispense medicines at scheduled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 mechanism rotates pill container for dispensing 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 alerts patient when medicine is dispensed.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LCD/OLED display shows time and dosage information.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WiFi</a:t>
            </a: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-enabled IoT system sends notifications to caregivers.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medication errors and improves patient adherence.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Suitable for elderly care, home healthcare, and hospitals.</a:t>
            </a: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3FD10-1574-ECF4-7EE7-88A5590B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545DAE9-4326-8615-D3A8-15BCC06FD32F}"/>
              </a:ext>
            </a:extLst>
          </p:cNvPr>
          <p:cNvSpPr/>
          <p:nvPr/>
        </p:nvSpPr>
        <p:spPr>
          <a:xfrm>
            <a:off x="4471372" y="84408"/>
            <a:ext cx="384671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0132C-043E-C6B9-483E-9E279DDBC929}"/>
              </a:ext>
            </a:extLst>
          </p:cNvPr>
          <p:cNvSpPr txBox="1"/>
          <p:nvPr/>
        </p:nvSpPr>
        <p:spPr>
          <a:xfrm>
            <a:off x="914400" y="684469"/>
            <a:ext cx="10731286" cy="52280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5F88B0AE-976E-7CF5-276B-7C5978F8A5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B93D8354-322D-DEC9-9268-0D80846929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6DC64693-AA24-968A-F02D-628C4E3DFCB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E1DF1492-0F9E-418A-7938-15512C61E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375A690-2908-34DF-8BC8-32DF9E709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458" y="1240629"/>
            <a:ext cx="95028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automated medicine dispensing system.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accurate medication timing.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alerts and reminders.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remote monitoring using IoT.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medication errors.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patient adherence and safety.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b="1" i="1" dirty="0"/>
              <a:t>Develop a user-friendly interface for schedule setting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b="1" i="1" dirty="0"/>
              <a:t>Create a cost-effective and portable healthcare solution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b="1" i="1" dirty="0"/>
              <a:t>Support caregivers with real-time notifications</a:t>
            </a:r>
            <a:endParaRPr kumimoji="0" lang="en-US" altLang="en-US" sz="2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4957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4" y="10468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Circuit Diagram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079743-E1ED-E9AA-EADC-33F184204DF7}"/>
              </a:ext>
            </a:extLst>
          </p:cNvPr>
          <p:cNvSpPr/>
          <p:nvPr/>
        </p:nvSpPr>
        <p:spPr>
          <a:xfrm>
            <a:off x="2445774" y="1740310"/>
            <a:ext cx="2517058" cy="2625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ESP32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D37F3F-37C1-A97D-A3F3-6020EFAFA139}"/>
              </a:ext>
            </a:extLst>
          </p:cNvPr>
          <p:cNvSpPr/>
          <p:nvPr/>
        </p:nvSpPr>
        <p:spPr>
          <a:xfrm>
            <a:off x="7246374" y="1710813"/>
            <a:ext cx="1956620" cy="1219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             RTC </a:t>
            </a:r>
          </a:p>
          <a:p>
            <a:pPr algn="ctr"/>
            <a:r>
              <a:rPr lang="en-US" b="1" dirty="0"/>
              <a:t>               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AF0CD-B61D-0D89-6960-C0D9F193C3E5}"/>
              </a:ext>
            </a:extLst>
          </p:cNvPr>
          <p:cNvSpPr/>
          <p:nvPr/>
        </p:nvSpPr>
        <p:spPr>
          <a:xfrm>
            <a:off x="7580671" y="3755923"/>
            <a:ext cx="1622323" cy="17206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         SERVO </a:t>
            </a:r>
          </a:p>
          <a:p>
            <a:pPr algn="ctr"/>
            <a:r>
              <a:rPr lang="en-US" b="1" dirty="0"/>
              <a:t>          MOTOR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90173B-C670-4F04-635B-4C259E972F2E}"/>
              </a:ext>
            </a:extLst>
          </p:cNvPr>
          <p:cNvSpPr/>
          <p:nvPr/>
        </p:nvSpPr>
        <p:spPr>
          <a:xfrm>
            <a:off x="10245213" y="2084439"/>
            <a:ext cx="1769806" cy="13445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5V POWER </a:t>
            </a:r>
          </a:p>
          <a:p>
            <a:pPr algn="ctr"/>
            <a:r>
              <a:rPr lang="en-US" b="1" dirty="0"/>
              <a:t>SUPPLY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31D679-DE94-BC78-AE54-97D1AF7B436C}"/>
              </a:ext>
            </a:extLst>
          </p:cNvPr>
          <p:cNvCxnSpPr>
            <a:cxnSpLocks/>
          </p:cNvCxnSpPr>
          <p:nvPr/>
        </p:nvCxnSpPr>
        <p:spPr>
          <a:xfrm>
            <a:off x="3864077" y="4365523"/>
            <a:ext cx="0" cy="158299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45AC08-17BD-BE6E-0C1D-BD1333DD76C0}"/>
              </a:ext>
            </a:extLst>
          </p:cNvPr>
          <p:cNvCxnSpPr/>
          <p:nvPr/>
        </p:nvCxnSpPr>
        <p:spPr>
          <a:xfrm flipV="1">
            <a:off x="3864077" y="5879690"/>
            <a:ext cx="5938684" cy="688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8581B6-5E1E-535E-FA42-A4A7411252A5}"/>
              </a:ext>
            </a:extLst>
          </p:cNvPr>
          <p:cNvCxnSpPr/>
          <p:nvPr/>
        </p:nvCxnSpPr>
        <p:spPr>
          <a:xfrm flipV="1">
            <a:off x="9802761" y="3118868"/>
            <a:ext cx="0" cy="2743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3239AB-7639-7DDA-29BF-1DD7ED0FA014}"/>
              </a:ext>
            </a:extLst>
          </p:cNvPr>
          <p:cNvCxnSpPr/>
          <p:nvPr/>
        </p:nvCxnSpPr>
        <p:spPr>
          <a:xfrm>
            <a:off x="9802761" y="3136490"/>
            <a:ext cx="44245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6C9876-51EB-290A-93B3-20ECB2A3CCB8}"/>
              </a:ext>
            </a:extLst>
          </p:cNvPr>
          <p:cNvCxnSpPr>
            <a:cxnSpLocks/>
          </p:cNvCxnSpPr>
          <p:nvPr/>
        </p:nvCxnSpPr>
        <p:spPr>
          <a:xfrm>
            <a:off x="4336027" y="4365523"/>
            <a:ext cx="0" cy="867125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D8BAA0-5945-9900-F38E-C4DB6CB76320}"/>
              </a:ext>
            </a:extLst>
          </p:cNvPr>
          <p:cNvCxnSpPr>
            <a:cxnSpLocks/>
          </p:cNvCxnSpPr>
          <p:nvPr/>
        </p:nvCxnSpPr>
        <p:spPr>
          <a:xfrm flipV="1">
            <a:off x="4336027" y="5211097"/>
            <a:ext cx="3244644" cy="43102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96E07D-1C85-94DA-840C-5EC159F4BF15}"/>
              </a:ext>
            </a:extLst>
          </p:cNvPr>
          <p:cNvCxnSpPr/>
          <p:nvPr/>
        </p:nvCxnSpPr>
        <p:spPr>
          <a:xfrm>
            <a:off x="4994787" y="3923071"/>
            <a:ext cx="25858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481F21-C530-5C60-2AD5-DC936C71B3A2}"/>
              </a:ext>
            </a:extLst>
          </p:cNvPr>
          <p:cNvCxnSpPr>
            <a:cxnSpLocks/>
          </p:cNvCxnSpPr>
          <p:nvPr/>
        </p:nvCxnSpPr>
        <p:spPr>
          <a:xfrm>
            <a:off x="4994787" y="2084439"/>
            <a:ext cx="22515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9C7EB9-2280-A47C-E394-13E17635AD16}"/>
              </a:ext>
            </a:extLst>
          </p:cNvPr>
          <p:cNvCxnSpPr/>
          <p:nvPr/>
        </p:nvCxnSpPr>
        <p:spPr>
          <a:xfrm>
            <a:off x="4994787" y="2556387"/>
            <a:ext cx="22515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F8F304-5109-BA6A-8B77-4ADA80CD13ED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8391832" y="3429000"/>
            <a:ext cx="1" cy="32692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0B59102-E397-60A1-6A38-5CE1135BD4E0}"/>
              </a:ext>
            </a:extLst>
          </p:cNvPr>
          <p:cNvCxnSpPr/>
          <p:nvPr/>
        </p:nvCxnSpPr>
        <p:spPr>
          <a:xfrm>
            <a:off x="8391832" y="3429000"/>
            <a:ext cx="1115962" cy="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1D7CF7D-13C8-C5E4-0BC6-41C1EDBD6C23}"/>
              </a:ext>
            </a:extLst>
          </p:cNvPr>
          <p:cNvCxnSpPr/>
          <p:nvPr/>
        </p:nvCxnSpPr>
        <p:spPr>
          <a:xfrm flipV="1">
            <a:off x="9507794" y="2723535"/>
            <a:ext cx="0" cy="70546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B846293-0A80-0F78-E76B-93AE4FCCD5B7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9507794" y="2756720"/>
            <a:ext cx="737419" cy="3686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4B21C5-AEC9-A833-F827-CF42D34C91A9}"/>
              </a:ext>
            </a:extLst>
          </p:cNvPr>
          <p:cNvCxnSpPr>
            <a:cxnSpLocks/>
          </p:cNvCxnSpPr>
          <p:nvPr/>
        </p:nvCxnSpPr>
        <p:spPr>
          <a:xfrm flipH="1" flipV="1">
            <a:off x="3736257" y="1103911"/>
            <a:ext cx="9832" cy="61943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A0F085A-FDD1-09DF-0E31-BACB89B8B7AD}"/>
              </a:ext>
            </a:extLst>
          </p:cNvPr>
          <p:cNvCxnSpPr/>
          <p:nvPr/>
        </p:nvCxnSpPr>
        <p:spPr>
          <a:xfrm>
            <a:off x="3736258" y="1120877"/>
            <a:ext cx="588952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CB487D-C67E-7EE8-AD77-643106211648}"/>
              </a:ext>
            </a:extLst>
          </p:cNvPr>
          <p:cNvCxnSpPr/>
          <p:nvPr/>
        </p:nvCxnSpPr>
        <p:spPr>
          <a:xfrm>
            <a:off x="9625781" y="1120877"/>
            <a:ext cx="0" cy="1140542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05F5036-9622-91FF-2F61-7243B157D983}"/>
              </a:ext>
            </a:extLst>
          </p:cNvPr>
          <p:cNvCxnSpPr/>
          <p:nvPr/>
        </p:nvCxnSpPr>
        <p:spPr>
          <a:xfrm>
            <a:off x="9625781" y="2261419"/>
            <a:ext cx="619432" cy="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4743DE4-D48A-BF64-C436-91B0C66A6A44}"/>
              </a:ext>
            </a:extLst>
          </p:cNvPr>
          <p:cNvCxnSpPr>
            <a:cxnSpLocks/>
          </p:cNvCxnSpPr>
          <p:nvPr/>
        </p:nvCxnSpPr>
        <p:spPr>
          <a:xfrm>
            <a:off x="6489290" y="2756719"/>
            <a:ext cx="75708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4F92051-B76A-9334-394A-B9E5A19D53B1}"/>
              </a:ext>
            </a:extLst>
          </p:cNvPr>
          <p:cNvCxnSpPr/>
          <p:nvPr/>
        </p:nvCxnSpPr>
        <p:spPr>
          <a:xfrm>
            <a:off x="6489290" y="2756719"/>
            <a:ext cx="68826" cy="24662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3201229-E0AA-AE02-0E85-1EADD84951B5}"/>
              </a:ext>
            </a:extLst>
          </p:cNvPr>
          <p:cNvCxnSpPr>
            <a:cxnSpLocks/>
          </p:cNvCxnSpPr>
          <p:nvPr/>
        </p:nvCxnSpPr>
        <p:spPr>
          <a:xfrm flipV="1">
            <a:off x="6523703" y="3303639"/>
            <a:ext cx="3279057" cy="4936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0FBFC60-DFE7-DD61-5B8D-1B2AC9104CA3}"/>
              </a:ext>
            </a:extLst>
          </p:cNvPr>
          <p:cNvCxnSpPr>
            <a:cxnSpLocks/>
          </p:cNvCxnSpPr>
          <p:nvPr/>
        </p:nvCxnSpPr>
        <p:spPr>
          <a:xfrm>
            <a:off x="5912049" y="1142429"/>
            <a:ext cx="41384" cy="3623342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7DC391F-BC2E-6AD7-4C9D-367AB02772A3}"/>
              </a:ext>
            </a:extLst>
          </p:cNvPr>
          <p:cNvCxnSpPr/>
          <p:nvPr/>
        </p:nvCxnSpPr>
        <p:spPr>
          <a:xfrm>
            <a:off x="5953432" y="4765771"/>
            <a:ext cx="1627239" cy="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15896FF-21FE-CC48-696D-F3DA25A57683}"/>
              </a:ext>
            </a:extLst>
          </p:cNvPr>
          <p:cNvCxnSpPr>
            <a:cxnSpLocks/>
          </p:cNvCxnSpPr>
          <p:nvPr/>
        </p:nvCxnSpPr>
        <p:spPr>
          <a:xfrm>
            <a:off x="6681019" y="1120877"/>
            <a:ext cx="0" cy="6882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D460274-6AEE-F9F2-7FF9-C777FBB71B05}"/>
              </a:ext>
            </a:extLst>
          </p:cNvPr>
          <p:cNvCxnSpPr/>
          <p:nvPr/>
        </p:nvCxnSpPr>
        <p:spPr>
          <a:xfrm>
            <a:off x="6681019" y="1809135"/>
            <a:ext cx="56535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8" name="Picture 77">
            <a:extLst>
              <a:ext uri="{FF2B5EF4-FFF2-40B4-BE49-F238E27FC236}">
                <a16:creationId xmlns:a16="http://schemas.microsoft.com/office/drawing/2014/main" id="{D0E6A4E8-4DB0-2F48-4227-0686B757FF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5399" y="1774242"/>
            <a:ext cx="562053" cy="27626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6BAEA6C-F1E0-4720-46B0-418685A6B3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231" y="1974100"/>
            <a:ext cx="457264" cy="238158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F39C1906-B044-6438-2124-BE734BE018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0852" y="2429148"/>
            <a:ext cx="457264" cy="24768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98538F07-05A9-ECAC-BEB7-94937EB44D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4730" y="3830981"/>
            <a:ext cx="552527" cy="228632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B0F1E60C-5F57-9CF0-A61B-6120D0670CD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5374" y="4072533"/>
            <a:ext cx="533474" cy="238158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3241C428-F1F4-D4AB-BDFB-158EAFDDF8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5063" y="1739830"/>
            <a:ext cx="562053" cy="27626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D9F7D56-B20C-6D04-ACD3-8E851D1E00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5063" y="2009554"/>
            <a:ext cx="457264" cy="238158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12BA802-452F-0A6A-62A5-BB49C39280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1121" y="2352299"/>
            <a:ext cx="457264" cy="247685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8DBFB4A-32EC-00F4-E05D-13E320DBFD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3780" y="2593614"/>
            <a:ext cx="533474" cy="23815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B34BF872-E92A-0B75-E273-63953768F3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9528" y="4644613"/>
            <a:ext cx="562053" cy="27626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06D02BD6-7E1C-F08C-962D-8853319491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8107" y="5060590"/>
            <a:ext cx="533474" cy="27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9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1852-C908-5733-705A-EF7A9118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88FC7F66-AEB9-C8CD-89C7-B3C2BE59CE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43199351-3BCE-93B1-C753-7C83B4DF2F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86290128-2BFE-7A80-950E-21C694DD53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8116CD48-63D5-74AD-194C-EC2907404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1BD61B-3F8A-50F0-C67B-07DA77E8C8AD}"/>
              </a:ext>
            </a:extLst>
          </p:cNvPr>
          <p:cNvSpPr txBox="1"/>
          <p:nvPr/>
        </p:nvSpPr>
        <p:spPr>
          <a:xfrm>
            <a:off x="914400" y="684469"/>
            <a:ext cx="10731286" cy="385182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Poppins"/>
                <a:cs typeface="Poppins"/>
              </a:rPr>
              <a:t>Software Requirements:</a:t>
            </a:r>
            <a:endParaRPr lang="en-US" sz="2400" dirty="0">
              <a:latin typeface="Poppins"/>
              <a:cs typeface="Poppi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Arduino IDE / ESP-IDF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Embedded C / Arduino Programming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ESP32 Board Support Package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RTC Library (</a:t>
            </a:r>
            <a:r>
              <a:rPr lang="en-US" altLang="en-US" sz="2400" dirty="0" err="1">
                <a:latin typeface="Arial" panose="020B0604020202020204" pitchFamily="34" charset="0"/>
              </a:rPr>
              <a:t>RTClib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Servo / Motor Control Library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ESP32 </a:t>
            </a:r>
            <a:r>
              <a:rPr lang="en-US" altLang="en-US" sz="2400" dirty="0" err="1">
                <a:latin typeface="Arial" panose="020B0604020202020204" pitchFamily="34" charset="0"/>
              </a:rPr>
              <a:t>WiFi</a:t>
            </a:r>
            <a:r>
              <a:rPr lang="en-US" altLang="en-US" sz="2400" dirty="0">
                <a:latin typeface="Arial" panose="020B0604020202020204" pitchFamily="34" charset="0"/>
              </a:rPr>
              <a:t> Library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IoT Platform (Blynk / Firebase / </a:t>
            </a:r>
            <a:r>
              <a:rPr lang="en-US" altLang="en-US" sz="2400" dirty="0" err="1">
                <a:latin typeface="Arial" panose="020B0604020202020204" pitchFamily="34" charset="0"/>
              </a:rPr>
              <a:t>ThingSpeak</a:t>
            </a:r>
            <a:r>
              <a:rPr lang="en-US" altLang="en-US" sz="2400" dirty="0">
                <a:latin typeface="Arial" panose="020B0604020202020204" pitchFamily="34" charset="0"/>
              </a:rPr>
              <a:t>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Serial Monitor (for debugging)</a:t>
            </a:r>
            <a:endParaRPr lang="en-US" sz="2400" b="1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200" b="1" i="0" dirty="0">
              <a:effectLst/>
              <a:latin typeface="Poppins"/>
              <a:cs typeface="Poppins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317F2AE-BC76-0C40-9955-6FFE40C8A69F}"/>
              </a:ext>
            </a:extLst>
          </p:cNvPr>
          <p:cNvSpPr/>
          <p:nvPr/>
        </p:nvSpPr>
        <p:spPr>
          <a:xfrm>
            <a:off x="3530991" y="84408"/>
            <a:ext cx="6414867" cy="4916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HARDWARE &amp; 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4270623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AA37-E4EA-0317-D9CC-CB302EB5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58564D2F-9970-A1E1-2DAF-A20C6ABED2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02D4C843-584E-3D15-E0BA-BCE4B4D18A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FCFF65D2-4B5D-62BA-1BAC-03803B4526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5BBF3394-C2A6-2F88-F080-C4DF73B3B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8C1649-C1AE-BBBE-2F42-6C9E395B3733}"/>
              </a:ext>
            </a:extLst>
          </p:cNvPr>
          <p:cNvSpPr txBox="1"/>
          <p:nvPr/>
        </p:nvSpPr>
        <p:spPr>
          <a:xfrm>
            <a:off x="914400" y="684469"/>
            <a:ext cx="10731286" cy="53753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Poppins"/>
                <a:cs typeface="Poppins"/>
              </a:rPr>
              <a:t>Hardware Requirements:</a:t>
            </a:r>
            <a:endParaRPr lang="en-US" sz="2400" dirty="0">
              <a:latin typeface="Poppins"/>
              <a:cs typeface="Poppi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ESP32 Microcontroller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RTC Module (DS3231)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Servo Motor / DC Motor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Motor Driver (L298N / ULN2003)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LCD / OLED Display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Buzzer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Push Buttons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Pill Container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Connecting Wires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Breadboard / PCB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100" i="1" dirty="0">
                <a:latin typeface="Arial" panose="020B0604020202020204" pitchFamily="34" charset="0"/>
              </a:rPr>
              <a:t>Power Supply (5V / 12V Adapter)</a:t>
            </a:r>
            <a:endParaRPr lang="en-US" sz="2000" b="1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200" b="1" i="0" dirty="0">
              <a:effectLst/>
              <a:latin typeface="Poppins"/>
              <a:cs typeface="Poppins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D39C9F6-9C8C-DC71-6003-E8937913E44D}"/>
              </a:ext>
            </a:extLst>
          </p:cNvPr>
          <p:cNvSpPr/>
          <p:nvPr/>
        </p:nvSpPr>
        <p:spPr>
          <a:xfrm>
            <a:off x="3530991" y="84408"/>
            <a:ext cx="6414867" cy="4916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HARDWARE &amp; 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8892842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47C8B-544C-0603-09AC-FC862978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74C1CD3-10FF-B122-7977-5B2C4CF8D853}"/>
              </a:ext>
            </a:extLst>
          </p:cNvPr>
          <p:cNvSpPr/>
          <p:nvPr/>
        </p:nvSpPr>
        <p:spPr>
          <a:xfrm>
            <a:off x="4160584" y="10468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Flowchart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B57766E0-EBC3-0E2F-0A89-B513CF2F1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63DC031A-D0A0-55BD-768F-EDB6471693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477EE3E1-B591-2931-6714-ED3CEBA9C2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B69ADE37-3D6F-51CA-E179-268049B7A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618DC2A-5F82-27EA-77BE-F3758EF3B286}"/>
              </a:ext>
            </a:extLst>
          </p:cNvPr>
          <p:cNvSpPr/>
          <p:nvPr/>
        </p:nvSpPr>
        <p:spPr>
          <a:xfrm>
            <a:off x="4807974" y="600077"/>
            <a:ext cx="2202426" cy="4814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 System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76060F-FF25-A00D-0606-F175ABC0EDD5}"/>
              </a:ext>
            </a:extLst>
          </p:cNvPr>
          <p:cNvSpPr/>
          <p:nvPr/>
        </p:nvSpPr>
        <p:spPr>
          <a:xfrm>
            <a:off x="4070555" y="1366684"/>
            <a:ext cx="3696929" cy="48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Initialize RTC &amp; Servo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978891-61EF-FA8F-BAFB-22DEF6B98B9E}"/>
              </a:ext>
            </a:extLst>
          </p:cNvPr>
          <p:cNvSpPr/>
          <p:nvPr/>
        </p:nvSpPr>
        <p:spPr>
          <a:xfrm>
            <a:off x="4070555" y="2152955"/>
            <a:ext cx="3696929" cy="48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Current Time from RTC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CC69129-9CE5-C685-6584-6CA4789F4E48}"/>
              </a:ext>
            </a:extLst>
          </p:cNvPr>
          <p:cNvSpPr/>
          <p:nvPr/>
        </p:nvSpPr>
        <p:spPr>
          <a:xfrm>
            <a:off x="4213891" y="2929446"/>
            <a:ext cx="3410255" cy="62005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Current Time =</a:t>
            </a:r>
          </a:p>
          <a:p>
            <a:pPr algn="ctr"/>
            <a:r>
              <a:rPr lang="en-US" sz="1200" dirty="0"/>
              <a:t>Scheduled Time 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DD67AD-338F-7A30-2049-6530930577DC}"/>
              </a:ext>
            </a:extLst>
          </p:cNvPr>
          <p:cNvSpPr/>
          <p:nvPr/>
        </p:nvSpPr>
        <p:spPr>
          <a:xfrm>
            <a:off x="4115568" y="3864076"/>
            <a:ext cx="3606900" cy="4814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Trigger Motor Pin High (Dispense)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8C1A99-4A53-4B91-9010-34723D1B673B}"/>
              </a:ext>
            </a:extLst>
          </p:cNvPr>
          <p:cNvSpPr/>
          <p:nvPr/>
        </p:nvSpPr>
        <p:spPr>
          <a:xfrm>
            <a:off x="4115568" y="4650349"/>
            <a:ext cx="3606900" cy="4814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Wait 1000ms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996D35-54ED-DD61-5D2D-91243D6C4B58}"/>
              </a:ext>
            </a:extLst>
          </p:cNvPr>
          <p:cNvSpPr/>
          <p:nvPr/>
        </p:nvSpPr>
        <p:spPr>
          <a:xfrm>
            <a:off x="4115568" y="5436622"/>
            <a:ext cx="3606900" cy="4814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Motor Pin Low (Reset)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C5100C-AEF6-776A-A709-25218B213392}"/>
              </a:ext>
            </a:extLst>
          </p:cNvPr>
          <p:cNvSpPr/>
          <p:nvPr/>
        </p:nvSpPr>
        <p:spPr>
          <a:xfrm>
            <a:off x="4160584" y="6232675"/>
            <a:ext cx="3508577" cy="4041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Wait 60 seconds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729C3-C60F-2997-1B50-A0A7AF0A889F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5919020" y="184815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BB66E4-ED1E-B0D2-4D91-F684D57BD7B6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919019" y="2634426"/>
            <a:ext cx="1" cy="295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0CABDB-AC9C-FE56-3D48-8A5329BF3818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5919018" y="3549497"/>
            <a:ext cx="1" cy="314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FC156C-4482-6C0B-33F3-B29A3A18D7AE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5919018" y="4345548"/>
            <a:ext cx="0" cy="304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0E1B2D-31AF-94AC-22C8-0D3CD9EE637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919018" y="5131821"/>
            <a:ext cx="0" cy="304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47144B3-5087-2205-595C-84B920579ED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5914873" y="5918094"/>
            <a:ext cx="4145" cy="314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D4C381-3E7E-DAA0-D1C4-5F79D2A98612}"/>
              </a:ext>
            </a:extLst>
          </p:cNvPr>
          <p:cNvCxnSpPr>
            <a:stCxn id="5" idx="3"/>
            <a:endCxn id="5" idx="3"/>
          </p:cNvCxnSpPr>
          <p:nvPr/>
        </p:nvCxnSpPr>
        <p:spPr>
          <a:xfrm>
            <a:off x="7624146" y="3239472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3696838-BFDE-B3B2-5457-B4A8D074700D}"/>
              </a:ext>
            </a:extLst>
          </p:cNvPr>
          <p:cNvCxnSpPr>
            <a:stCxn id="5" idx="3"/>
          </p:cNvCxnSpPr>
          <p:nvPr/>
        </p:nvCxnSpPr>
        <p:spPr>
          <a:xfrm flipV="1">
            <a:off x="7624146" y="3239471"/>
            <a:ext cx="93975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4BDF4E9-D7C1-8CBF-705E-9AB070A735CA}"/>
              </a:ext>
            </a:extLst>
          </p:cNvPr>
          <p:cNvCxnSpPr/>
          <p:nvPr/>
        </p:nvCxnSpPr>
        <p:spPr>
          <a:xfrm>
            <a:off x="8563897" y="2000555"/>
            <a:ext cx="0" cy="12389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21540B2-C07E-ED2C-4385-6E8EF6308D5A}"/>
              </a:ext>
            </a:extLst>
          </p:cNvPr>
          <p:cNvCxnSpPr/>
          <p:nvPr/>
        </p:nvCxnSpPr>
        <p:spPr>
          <a:xfrm flipH="1">
            <a:off x="5916945" y="2000555"/>
            <a:ext cx="2646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2D9381A-4679-426F-9778-A558DD90ADF5}"/>
              </a:ext>
            </a:extLst>
          </p:cNvPr>
          <p:cNvCxnSpPr>
            <a:cxnSpLocks/>
          </p:cNvCxnSpPr>
          <p:nvPr/>
        </p:nvCxnSpPr>
        <p:spPr>
          <a:xfrm>
            <a:off x="5909187" y="6636775"/>
            <a:ext cx="0" cy="14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959A7EE-6B43-D9F7-C65C-0E39D72A0A9C}"/>
              </a:ext>
            </a:extLst>
          </p:cNvPr>
          <p:cNvCxnSpPr>
            <a:cxnSpLocks/>
          </p:cNvCxnSpPr>
          <p:nvPr/>
        </p:nvCxnSpPr>
        <p:spPr>
          <a:xfrm>
            <a:off x="2879817" y="6753311"/>
            <a:ext cx="3037128" cy="26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F817ED3-ABEA-1BA2-A180-D5550BBF92C8}"/>
              </a:ext>
            </a:extLst>
          </p:cNvPr>
          <p:cNvCxnSpPr/>
          <p:nvPr/>
        </p:nvCxnSpPr>
        <p:spPr>
          <a:xfrm flipV="1">
            <a:off x="2879817" y="3239471"/>
            <a:ext cx="0" cy="34686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9C0AF92-84E9-F4E3-5BFB-33A0C90E8D93}"/>
              </a:ext>
            </a:extLst>
          </p:cNvPr>
          <p:cNvCxnSpPr>
            <a:endCxn id="5" idx="1"/>
          </p:cNvCxnSpPr>
          <p:nvPr/>
        </p:nvCxnSpPr>
        <p:spPr>
          <a:xfrm>
            <a:off x="2879817" y="3239471"/>
            <a:ext cx="133407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9BAB9FB-37BF-712B-3747-A594C854B3B9}"/>
              </a:ext>
            </a:extLst>
          </p:cNvPr>
          <p:cNvCxnSpPr>
            <a:stCxn id="2" idx="4"/>
            <a:endCxn id="3" idx="0"/>
          </p:cNvCxnSpPr>
          <p:nvPr/>
        </p:nvCxnSpPr>
        <p:spPr>
          <a:xfrm>
            <a:off x="5909187" y="1081548"/>
            <a:ext cx="9833" cy="285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662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279E2-B0AB-7C60-7626-7E3BA51B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CD603EBC-D75A-6F2C-6127-387F2F96C409}"/>
              </a:ext>
            </a:extLst>
          </p:cNvPr>
          <p:cNvSpPr/>
          <p:nvPr/>
        </p:nvSpPr>
        <p:spPr>
          <a:xfrm>
            <a:off x="4160584" y="10468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Advantages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9775176E-A14B-40F1-5C3C-D1AAD25853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49489BC3-862D-ED6C-34FA-AFC3E69980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6A95AF2B-783C-9616-D8F9-9441625837E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C9D14584-5875-1B8F-6284-8C2EE9901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A0C264-3401-BB79-9671-0A37EA108513}"/>
              </a:ext>
            </a:extLst>
          </p:cNvPr>
          <p:cNvSpPr txBox="1"/>
          <p:nvPr/>
        </p:nvSpPr>
        <p:spPr>
          <a:xfrm>
            <a:off x="838200" y="814951"/>
            <a:ext cx="9623323" cy="34163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Ensures accurate and timely medicine dispensing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Reduces chances of missed doses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Minimizes human errors in medication intake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Provides automatic alerts and reminders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Enables remote monitoring through IoT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Improves patient safety and adherence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Useful for elderly and chronically ill patients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Cost-effective and portable solution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Easy to operate and user-friendly</a:t>
            </a:r>
            <a:endParaRPr lang="en-US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0383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7851-EA3F-3B66-4E95-86542B7A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D75559FB-D651-F2C0-7E1E-F219447C2722}"/>
              </a:ext>
            </a:extLst>
          </p:cNvPr>
          <p:cNvSpPr/>
          <p:nvPr/>
        </p:nvSpPr>
        <p:spPr>
          <a:xfrm>
            <a:off x="4160584" y="10468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Applications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BA18BE60-54A1-85AE-5E67-280E65D59B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25B96E77-7D1D-CE45-556F-952448778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0FCD5AF0-E2F8-92FF-1A88-2F42475AB6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28A35E62-8AD6-D8C1-9C87-1041BDFF1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5143FA-7C5F-CB55-F43C-146B4C81E222}"/>
              </a:ext>
            </a:extLst>
          </p:cNvPr>
          <p:cNvSpPr txBox="1"/>
          <p:nvPr/>
        </p:nvSpPr>
        <p:spPr>
          <a:xfrm>
            <a:off x="838200" y="1091380"/>
            <a:ext cx="9446342" cy="41549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Elderly care and senior citizen homes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Home healthcare monitoring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Hospitals and clinics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Chronic disease management (diabetes, BP, heart patients)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Assisted living centers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Rehabilitation centers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Post-surgery patient care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Remote patient monitoring systems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Rural healthcare services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Smart healthcare IoT solutions</a:t>
            </a:r>
            <a:endParaRPr lang="en-US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617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1203-4557-06E3-CE72-65672D01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A56865-D3D2-0EC3-A31C-7686129B59F7}"/>
              </a:ext>
            </a:extLst>
          </p:cNvPr>
          <p:cNvSpPr/>
          <p:nvPr/>
        </p:nvSpPr>
        <p:spPr>
          <a:xfrm>
            <a:off x="4160584" y="10468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Results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73847B78-71CB-1DA5-2386-7707E0A68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3FEFBF41-98B1-C6E1-3C33-8DAF56DB8D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0CEFDD76-9CFB-41AC-B5BF-CDDDEAE563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2E30CF1E-9223-9B92-6AB0-5AF42AE53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00C815-EFB5-AB41-C643-1AB66E05C7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880" y="959685"/>
            <a:ext cx="8283985" cy="445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91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BB7CE-815B-D0E1-F594-9BEFA30C9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D547A6E8-E270-EE8B-8D2A-A9A412D380B1}"/>
              </a:ext>
            </a:extLst>
          </p:cNvPr>
          <p:cNvSpPr/>
          <p:nvPr/>
        </p:nvSpPr>
        <p:spPr>
          <a:xfrm>
            <a:off x="4160584" y="10468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Future Scope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FEF36E0D-AFA5-C455-827C-6406E89D23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4D22B040-197D-2E24-805D-CCCEADD6BE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D6D4746C-99E4-BC79-DA4E-7FE523370B3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D7A6E146-0F88-5902-0496-A76DFC831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26DFAD-7877-4C8C-4FFD-1CF25566769D}"/>
              </a:ext>
            </a:extLst>
          </p:cNvPr>
          <p:cNvSpPr txBox="1"/>
          <p:nvPr/>
        </p:nvSpPr>
        <p:spPr>
          <a:xfrm>
            <a:off x="838200" y="814951"/>
            <a:ext cx="10232923" cy="501675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27B8B3-8728-5395-EA35-904576563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1049260"/>
            <a:ext cx="102329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AI for dosage analysis and patient behavior monitoring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with prescription upload and tracking system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data storage for long-term medication history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assistant integration (Alexa / Google Assistant)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Camera-based verification to confirm medicine intake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SMS, Email, and WhatsApp alert system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Biometric authentication (fingerprint / face recognition)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refill notification system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 backup with power failure alert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hospital management systems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500" dirty="0"/>
              <a:t>Multi-user support for family medication tracking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883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64B3C-9F1B-9649-93CB-144E8652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C22865CA-C8A1-2DEA-1E6C-0899E6E6B546}"/>
              </a:ext>
            </a:extLst>
          </p:cNvPr>
          <p:cNvSpPr/>
          <p:nvPr/>
        </p:nvSpPr>
        <p:spPr>
          <a:xfrm>
            <a:off x="4160584" y="104689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Conclusion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9920D0F0-C108-FE2E-E10C-D643B50F6C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496AD8A9-12FF-46B2-93B3-7B59A38240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4E2845F1-45DC-6955-ED94-1227187CB2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pic>
        <p:nvPicPr>
          <p:cNvPr id="12" name="Picture 2" descr="KL Deemed to be University Logo">
            <a:extLst>
              <a:ext uri="{FF2B5EF4-FFF2-40B4-BE49-F238E27FC236}">
                <a16:creationId xmlns:a16="http://schemas.microsoft.com/office/drawing/2014/main" id="{AF3214F1-F72C-DE1A-58F1-FE018DDA3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7A18DD-4B94-C6F1-7FA4-55E0A1EDCF6F}"/>
              </a:ext>
            </a:extLst>
          </p:cNvPr>
          <p:cNvSpPr txBox="1"/>
          <p:nvPr/>
        </p:nvSpPr>
        <p:spPr>
          <a:xfrm>
            <a:off x="591319" y="814951"/>
            <a:ext cx="11009359" cy="522809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Poppins"/>
                <a:cs typeface="Poppins"/>
              </a:rPr>
              <a:t>				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Poppins"/>
                <a:cs typeface="Poppins"/>
              </a:rPr>
              <a:t>     	    									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97C4955-EB81-C374-ADFB-0F1922952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320" y="880565"/>
            <a:ext cx="10853428" cy="335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Automated Medical Dispenser using ESP32 provides a reliable solution for timely and accurate medicine dispensing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It reduces medication errors and improves patient adherence through automation.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The RTC ensures precise scheduling, while the alert system notifies patients effectively.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IoT connectivity enables remote monitoring by caregivers.</a:t>
            </a:r>
            <a:br>
              <a:rPr lang="en-US" sz="2400" dirty="0"/>
            </a:br>
            <a:r>
              <a:rPr lang="en-US" sz="2400" dirty="0"/>
              <a:t>Overall, the system offers a cost-effective and smart healthcare solution for modern medical needs.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3749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169507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PROJECT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990725" y="2767280"/>
            <a:ext cx="8791575" cy="247811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Arial"/>
              <a:cs typeface="Arial"/>
            </a:endParaRPr>
          </a:p>
          <a:p>
            <a:pPr>
              <a:lnSpc>
                <a:spcPct val="200000"/>
              </a:lnSpc>
            </a:pPr>
            <a:endParaRPr lang="en-US" sz="1600" dirty="0">
              <a:latin typeface="Arial"/>
              <a:cs typeface="Arial"/>
            </a:endParaRP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Arial"/>
              <a:cs typeface="Arial"/>
            </a:endParaRPr>
          </a:p>
          <a:p>
            <a:pPr>
              <a:lnSpc>
                <a:spcPct val="200000"/>
              </a:lnSpc>
            </a:pPr>
            <a:endParaRPr lang="en-US" sz="1600" dirty="0">
              <a:latin typeface="Arial"/>
              <a:cs typeface="Arial"/>
            </a:endParaRPr>
          </a:p>
          <a:p>
            <a:pPr>
              <a:lnSpc>
                <a:spcPct val="200000"/>
              </a:lnSpc>
            </a:pPr>
            <a:endParaRPr lang="en-US" sz="1600" b="0" i="0" dirty="0">
              <a:effectLst/>
              <a:latin typeface="Arial"/>
              <a:cs typeface="Arial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F2B3E1-21A6-B2BC-18CC-359BDE9FD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323" y="3134423"/>
            <a:ext cx="87915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Successfully designed and implemented an automated medicine dispensing system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accurate medication scheduling using RTC module.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reliable pill dispensing through motor mechanism.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alert system (buzzer and display) for patient notification.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Established IoT connectivity for remote monitoring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24993962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TEAM MEMBERS DETAILS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220911" y="2180944"/>
            <a:ext cx="10187988" cy="262703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700" b="1" dirty="0"/>
              <a:t>MEMBER NAME AND ITS CONTRIBUTION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Calibri"/>
                <a:cs typeface="Poppins" panose="00000500000000000000" pitchFamily="2" charset="0"/>
                <a:sym typeface="Calibri"/>
              </a:rPr>
              <a:t>Devineni.Prem</a:t>
            </a:r>
            <a:r>
              <a:rPr lang="en-US" sz="2000" dirty="0">
                <a:ea typeface="Calibri"/>
                <a:cs typeface="Poppins" panose="00000500000000000000" pitchFamily="2" charset="0"/>
                <a:sym typeface="Calibri"/>
              </a:rPr>
              <a:t> Nag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Calibri"/>
                <a:cs typeface="Poppins" panose="00000500000000000000" pitchFamily="2" charset="0"/>
                <a:sym typeface="Calibri"/>
              </a:rPr>
              <a:t>D.Shanmukha</a:t>
            </a:r>
            <a:r>
              <a:rPr lang="en-US" sz="2000" dirty="0">
                <a:ea typeface="Calibri"/>
                <a:cs typeface="Poppins" panose="00000500000000000000" pitchFamily="2" charset="0"/>
                <a:sym typeface="Calibri"/>
              </a:rPr>
              <a:t> Venkata Sai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Calibri"/>
                <a:cs typeface="Poppins" panose="00000500000000000000" pitchFamily="2" charset="0"/>
                <a:sym typeface="Calibri"/>
              </a:rPr>
              <a:t>M.Hemanth</a:t>
            </a:r>
            <a:r>
              <a:rPr lang="en-US" sz="2000" dirty="0">
                <a:ea typeface="Calibri"/>
                <a:cs typeface="Poppins" panose="00000500000000000000" pitchFamily="2" charset="0"/>
                <a:sym typeface="Calibri"/>
              </a:rPr>
              <a:t> Kumar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ea typeface="Calibri"/>
                <a:cs typeface="Poppins" panose="00000500000000000000" pitchFamily="2" charset="0"/>
                <a:sym typeface="Calibri"/>
              </a:rPr>
              <a:t>SK.Sajeeth</a:t>
            </a:r>
            <a:r>
              <a:rPr lang="en-US" sz="2000" dirty="0">
                <a:ea typeface="Calibri"/>
                <a:cs typeface="Poppins" panose="00000500000000000000" pitchFamily="2" charset="0"/>
                <a:sym typeface="Calibri"/>
              </a:rPr>
              <a:t> Shareef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OF THE PROJECT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775" y="1097280"/>
            <a:ext cx="11197883" cy="4542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Reference Books:</a:t>
            </a:r>
            <a:endParaRPr lang="en-US" sz="22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Getting Started with ESP32 – Neil </a:t>
            </a:r>
            <a:r>
              <a:rPr lang="en-US" sz="2000" b="1" dirty="0" err="1"/>
              <a:t>Kolban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Internet of Things: A Hands-On Approach – Arshdeep </a:t>
            </a:r>
            <a:r>
              <a:rPr lang="en-US" sz="2000" b="1" dirty="0" err="1"/>
              <a:t>Bahga</a:t>
            </a:r>
            <a:r>
              <a:rPr lang="en-US" sz="2000" b="1" dirty="0"/>
              <a:t> &amp; Vijay </a:t>
            </a:r>
            <a:r>
              <a:rPr lang="en-US" sz="2000" b="1" dirty="0" err="1"/>
              <a:t>Madisetti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Exploring Arduino – Jeremy Blum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Embedded Systems: Introduction to ARM Cortex-M Microcontrollers – Jonathan W. Valvano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Designing Embedded Systems with PIC Microcontrollers – Tim Wilmshurst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200" b="1" dirty="0"/>
              <a:t>Sites and Web links: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 err="1">
                <a:latin typeface="Arial" panose="020B0604020202020204" pitchFamily="34" charset="0"/>
              </a:rPr>
              <a:t>Espressif</a:t>
            </a:r>
            <a:r>
              <a:rPr lang="en-US" altLang="en-US" b="1" dirty="0">
                <a:latin typeface="Arial" panose="020B0604020202020204" pitchFamily="34" charset="0"/>
              </a:rPr>
              <a:t> Systems – </a:t>
            </a:r>
            <a:r>
              <a:rPr lang="en-US" altLang="en-US" b="1" dirty="0">
                <a:latin typeface="Arial" panose="020B0604020202020204" pitchFamily="34" charset="0"/>
                <a:hlinkClick r:id="rId2"/>
              </a:rPr>
              <a:t>https://www.espressif.com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Arduino – </a:t>
            </a:r>
            <a:r>
              <a:rPr lang="en-US" altLang="en-US" b="1" dirty="0">
                <a:latin typeface="Arial" panose="020B0604020202020204" pitchFamily="34" charset="0"/>
                <a:hlinkClick r:id="rId3"/>
              </a:rPr>
              <a:t>https://www.arduino.cc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IEEE Xplore – </a:t>
            </a:r>
            <a:r>
              <a:rPr lang="en-US" altLang="en-US" b="1" dirty="0">
                <a:latin typeface="Arial" panose="020B0604020202020204" pitchFamily="34" charset="0"/>
                <a:hlinkClick r:id="rId4"/>
              </a:rPr>
              <a:t>https://ieeexplore.ieee.org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b="1" dirty="0"/>
              <a:t>Random Nerd Tutorials – </a:t>
            </a:r>
            <a:r>
              <a:rPr lang="en-US" b="1" dirty="0">
                <a:hlinkClick r:id="rId5"/>
              </a:rPr>
              <a:t>https://randomnerdtutorials.com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Embedded system application &amp; </a:t>
            </a:r>
            <a:r>
              <a:rPr lang="en-US" sz="2400" b="1" cap="all" dirty="0" err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Iot</a:t>
            </a:r>
            <a:r>
              <a:rPr lang="en-US" sz="24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programming </a:t>
            </a:r>
            <a:endParaRPr lang="en-US" sz="16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5540" y="2887394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485</TotalTime>
  <Words>845</Words>
  <Application>Microsoft Office PowerPoint</Application>
  <PresentationFormat>Widescreen</PresentationFormat>
  <Paragraphs>227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BioRhyme ExtraBold</vt:lpstr>
      <vt:lpstr>Calibri</vt:lpstr>
      <vt:lpstr>Poppins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Dasari Sai</cp:lastModifiedBy>
  <cp:revision>33</cp:revision>
  <dcterms:created xsi:type="dcterms:W3CDTF">2020-02-08T09:57:44Z</dcterms:created>
  <dcterms:modified xsi:type="dcterms:W3CDTF">2026-03-01T04:33:33Z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